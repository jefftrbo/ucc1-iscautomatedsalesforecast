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4114800" cy="4572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Patel Central Region PTMP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09728"/>
          <a:ext cx="7498080" cy="914400"/>
        </p:xfrm>
        <a:graphic>
          <a:graphicData uri="http://schemas.openxmlformats.org/drawingml/2006/table">
            <a:tbl>
              <a:tblPr/>
              <a:tblGrid>
                <a:gridCol w="1499616"/>
                <a:gridCol w="1499616"/>
                <a:gridCol w="1499616"/>
                <a:gridCol w="1499616"/>
                <a:gridCol w="1499616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3Q Budget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3Q Call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Upside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Stretch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1616"/>
                          </a:solidFill>
                        </a:rPr>
                        <a:t>$175.0M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1616"/>
                          </a:solidFill>
                        </a:rPr>
                        <a:t>$0K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A1E28"/>
                          </a:solidFill>
                        </a:rPr>
                        <a:t>$175.0M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1616"/>
                          </a:solidFill>
                        </a:rPr>
                        <a:t>$0K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1616"/>
                          </a:solidFill>
                        </a:rPr>
                        <a:t>$0K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274320" y="713232"/>
            <a:ext cx="116128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786384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In Call &gt; $500K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74320" y="1042416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deals in Call &gt; $500K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74320" y="431596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" y="4553712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Push Maersk renewal to commit</a:t>
            </a:r>
            <a:endParaRPr lang="en-US" sz="800" dirty="0"/>
          </a:p>
          <a:p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Accelerate AT&amp;T POC sign-off</a:t>
            </a:r>
            <a:endParaRPr lang="en-US" sz="800" dirty="0"/>
          </a:p>
          <a:p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Executive sponsor call with State Farm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126480" y="786384"/>
            <a:ext cx="5760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to close Gap of $175.0M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26480" y="1042416"/>
            <a:ext cx="5760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pipeline deals available.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126480" y="1211580"/>
            <a:ext cx="5760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Deals in Upside / Stretch &gt; $500K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26480" y="1449324"/>
            <a:ext cx="5760720" cy="47228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additional stretch deals &gt; $500K.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14" name="Text 11"/>
          <p:cNvSpPr/>
          <p:nvPr/>
        </p:nvSpPr>
        <p:spPr>
          <a:xfrm>
            <a:off x="274320" y="630936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 Automated Sales Forecast  ·  Generated Jul 19, 2026  ·  v2.6.0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PTMP — Plan to Make Plan</dc:subject>
  <dc:creator>ISC Automated Sales Forecast</dc:creator>
  <cp:lastModifiedBy>ISC Automated Sales Forecast</cp:lastModifiedBy>
  <cp:revision>1</cp:revision>
  <dcterms:created xsi:type="dcterms:W3CDTF">2026-07-19T22:07:10Z</dcterms:created>
  <dcterms:modified xsi:type="dcterms:W3CDTF">2026-07-19T22:07:10Z</dcterms:modified>
</cp:coreProperties>
</file>