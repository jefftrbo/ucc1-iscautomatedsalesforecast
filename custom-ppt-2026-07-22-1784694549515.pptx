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22,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Opportunity  ·  Close Date  ·  Forecast  ·  Total Amt  · 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3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UM and Pr…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Rate Card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Renewal-HORIZON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for Horizon BCBS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RFP-AI First - Horizon Contrac…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Quality Assurance &amp; 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AWS Product Engineerin…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JULY S = R  (Flex Service…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Defender SW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on Containers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22,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 |…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Horizon:  Salesforce Provider…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Integrated clinical data excha…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Universal Payment system Mainf…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Digital Front Door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BCBS of NJ DevOps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ServiceNow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Horizon Health…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Bob Preview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22,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3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 for Pellera -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Helix Services +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Collab Medical Policy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ICoE Support &amp; Maint…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7840 to 7850 Storage Fabri…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22,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2026-07-22T04:29:09Z</dcterms:created>
  <dcterms:modified xsi:type="dcterms:W3CDTF">2026-07-22T04:29:09Z</dcterms:modified>
</cp:coreProperties>
</file>