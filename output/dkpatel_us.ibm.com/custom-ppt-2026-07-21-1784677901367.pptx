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·  Opportunity  ·  Close Date  ·  Forecast  ·  Total Amt  ·  Score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$4.4M IBM Tech across 6 selected opportunities closing in Q3 2026, with a total contract value of $5.4M. 1 deal is rated High confidence and 3 have first-line manager confirmation. The largest opportunity is [SEED] UPMC watsonx Clinical AI at $2.2M, currently in Negotiate. Next Steps health: 0 fresh, 0 stale, 4 undated, 2 blank across all selected opportunities. Of the 3 low-confidence deals, 1 with no Next Steps, 2 with undated notes require immediate seller attention.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$4.4M across 6 opportunities — 1 High confidence, 3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[SEED] UPMC watsonx Clinical AI (UPMC) — $2.2M | Negotiate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0 fresh · 0 stale · 4 undated · 2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3 low-confidence deals need attention: 1 with no Next Steps, 2 with undated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UPMC watsonx Clinical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Jefferson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Jefferson Health Automa…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Highmark Health Data 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CHOP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Children's Hospital AI…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$936,000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Penn Medicine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Penn Medicine Hybrid Cl…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Temple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Temple Health Records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2026-12-01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1 promoted, 2 amount changes, 1 slipped, 1 pulled in. 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Highmark Health Data Platform (→Negotiate)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Children's Hospital AI Pilot  |  [SEED] Penn Medicine Hybrid Cloud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Temple Health Records Modernize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Jefferson Health Automation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2026-07-21T23:51:41Z</dcterms:created>
  <dcterms:modified xsi:type="dcterms:W3CDTF">2026-07-21T23:51:41Z</dcterms:modified>
</cp:coreProperties>
</file>