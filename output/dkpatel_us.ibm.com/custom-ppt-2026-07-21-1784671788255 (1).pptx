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Total Amt  ·  Score  ·  Close Date  ·  Forecast  ·  Opportunity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$4.5M IBM Tech across 21 selected opportunities closing in Q3 2026, with a total contract value of $12.0M. 17 deals are rated High confidence and 0 have first-line manager confirmation. The largest opportunity is Pfizer - PowerVS SAP RISE Hyperscaler at $9.4M, currently in 4 - Propose. Next Steps health: 5 fresh, 7 stale, 9 undated, 0 blank across all selected opportunities.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$4.5M across 21 opportunities — 17 High confidence, 0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Pfizer - PowerVS SAP RISE Hyperscaler (PFIZER-US) — $9.4M | 4 - Propose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5 fresh · 7 stale · 9 undated · 0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low-confidence deals have current Next Steps — no immediate action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99616"/>
                <a:gridCol w="1024128"/>
                <a:gridCol w="1335024"/>
                <a:gridCol w="1417320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EXPERTCARE on 2026-07-24 for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Modulus move on prem clo…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IBM Cloud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APIC project Additiona…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99616"/>
                <a:gridCol w="1024128"/>
                <a:gridCol w="1335024"/>
                <a:gridCol w="1417320"/>
                <a:gridCol w="377647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- Optim Training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$99,787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Renewal-Luminare…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 - WCA4Z Catalog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Humana-IntelliMagic TEL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17, 2026 · 11:24 PM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17, 2026 · 11:24 PM) shows 773 new, 31 dropped. 773 new deals entered the pipeline. 31 deals dropped out. 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773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DoD Cloud Migration  |  [SEED] VA Data Analytics  |  [SEED] DHS Cybersecurity SOC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Dropped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HCA - Concert  |  Corporate ELA Software Amendment  |  LabCorp - Broadcom swap out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2026-07-21T22:09:48Z</dcterms:created>
  <dcterms:modified xsi:type="dcterms:W3CDTF">2026-07-21T22:09:48Z</dcterms:modified>
</cp:coreProperties>
</file>