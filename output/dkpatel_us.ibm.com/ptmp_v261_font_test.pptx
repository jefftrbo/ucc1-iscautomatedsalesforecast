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41148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3Q26 PTMP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"/>
          <a:ext cx="7498080" cy="914400"/>
        </p:xfrm>
        <a:graphic>
          <a:graphicData uri="http://schemas.openxmlformats.org/drawingml/2006/table">
            <a:tbl>
              <a:tblPr/>
              <a:tblGrid>
                <a:gridCol w="1499616"/>
                <a:gridCol w="1499616"/>
                <a:gridCol w="1499616"/>
                <a:gridCol w="1499616"/>
                <a:gridCol w="1499616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Budget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Call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Upside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$175.0M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$146.7M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$28.3M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$448.6M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$495.2M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713232"/>
            <a:ext cx="1161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78638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In Call &gt; $500K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42416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673352"/>
                <a:gridCol w="2900477"/>
                <a:gridCol w="1004011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 AMS Synergy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Platform Managed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CROSS &amp; BLUE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- z17 Machine Upgr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Labcorp - Agentic Control 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GEN to JAVA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MedDev PODS Experienc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PFG - RM - AS - AI for Priva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DESCI-ServiceNow OTSM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Corp - SMPO potential 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JJCI Kenvue - GTS SI RFI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NON-CA GEN to JAVA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2026-09-"Renewal"-ABBOTT 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31596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4320" y="4553712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Push Maersk renewal to commit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Accelerate AT&amp;T POC sign-off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Executive sponsor call with State Farm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Weekly deal review cadence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Compress Ford close date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126480" y="786384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close Gap of $28.3M</a:t>
            </a:r>
            <a:endParaRPr lang="en-US" sz="11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042416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728216"/>
                <a:gridCol w="2995574"/>
                <a:gridCol w="103693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 Data, Analytics &amp;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126480" y="121158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Deals in Upside / Stretch &gt; $500K</a:t>
            </a:r>
            <a:endParaRPr lang="en-US" sz="11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49324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728216"/>
                <a:gridCol w="2995574"/>
                <a:gridCol w="103693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- CDS Application Rat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BLUE CROSS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RFP-AI First - Horizon Contr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Digital Managed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 - Client Zero - Accou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2026_Labcorp_sRenewal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Commercial Managed 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CAREFIRST / BLUE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2026-09-"Renewal"-SERVICE 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Exit - Postgres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SAP: Upgrade S/4HANA to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 - Procurement BPO Pha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4" name="Text 8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Automated Sales Forecast  ·  Generated Jul 19, 2026  ·  v2.6.0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2026-07-19T22:29:42Z</dcterms:created>
  <dcterms:modified xsi:type="dcterms:W3CDTF">2026-07-19T22:29:42Z</dcterms:modified>
</cp:coreProperties>
</file>