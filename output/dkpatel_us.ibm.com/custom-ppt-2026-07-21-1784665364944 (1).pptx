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943 opportunities · 6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·  Score  ·  Close Date  ·  Opportunity  ·  Total Amt  ·  Forecast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$725.6M IBM Tech across 943 selected opportunities closing in Q3 2026, with a total contract value of $767.2M. 38 deals are rated High confidence and 0 have first-line manager confirmation. The largest opportunity is PGS Data, Analytics &amp; AI at $45.0M, currently in 2 - Qualify. Next Steps health: 118 fresh, 198 stale, 173 undated, 454 blank across all selected opportunities. Of the 526 low-confidence deals, 293 with no Next Steps, 93 with stale updates, 94 with undated notes require immediate seller attention.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$725.6M across 943 opportunities — 38 High confidence, 0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PGS Data, Analytics &amp; AI (PFIZER-US) — $45.0M | 2 - Qualify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118 fresh · 198 stale · 173 undated · 454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480 low-confidence deals need attention: 293 with no Next Steps, 93 with stale updates, 94 with undated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68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VMware Apps Transformation Pha…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$1,682,000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Renewal-JOHNSON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UM and Pr…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Commercial: Digital Multichann…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CF SBP FN TEL SOW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Rate Card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SBO Q2 Contract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$966,032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Renewal-HUMANA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$26,829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ID-00078683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Abbott - IBMC Conte…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Renewal-Michigan…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SCM IBP CI June - Dec…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$225,810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68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SCM Pfizer Connect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$98,405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Cyberattack experience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Integration platform consolida…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Northpointe SVC HWMA -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PreClinical : Data Pfronti…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$2,622,881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Clementine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nGPS Value Optimization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$444,330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 Time S4 - SAP APO SNP Lead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Q3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$319,593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FY26 - Pfizer -Revenue Managem…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SDLC Governance, Change…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Carefirst/SBP Blancco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DQ QC Labs MODA Applicatio…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$39,164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RecoverPoint Onboarding - Glob…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68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Arrow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Galileo PM 2026 delta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15K Records Urgent Kenvue Bran…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Client Zero - IT OPs…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2026-06-28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Reachback+Extended Support REA…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CI 2H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$216,216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- CI Lea…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$190,080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EWM - Solution Architect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$103,356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 REALP2SA: 2026w24_CC…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ORO- Intake &amp; Orchestr…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-$100,848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$432,185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Client Zero - Account…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$16,801,000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68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Regulatory Submissi…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 - R&amp;D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Direct Procurement Analy…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FY26-Pfizer-PCR01 FUSE–Catalog…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R&amp;D AI Support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$423,416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S2P AI Strategy &amp; Gover…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$323,340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R&amp;D AI CoScientist…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- Projec…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GTEL Golden Batch PCR 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AMS Prime Support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Rubrik Onboarding - Kings Cros…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$44,052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ICS VM Creation across 29 Manu…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$32,451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68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2026 PCR 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EXPERTCARE on 2026-07-24 for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BI: Dynamic Targeting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2026-07-25 for HCA-…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$3,389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2026-07-25 for HCA-…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Bob NASCO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 Orchestrate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Expert Labs - MDM upgrade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$152,050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PRJ0015314 MDM Symphony change…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$12,232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SPSS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CDW SW Maria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CDW SW Maria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Renewal Growth for BCBS South…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for Horizon BCBS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68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Transcend Program - S4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Core Dx - Ariba Advisor…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Renewal-HORIZON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Synlait SAp Pre-Work 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$35,569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Upgrade CMOD to Content Cortex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Support work for PRIME Rewrite…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$143,010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Renewal-BLUE CROS…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$131,789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HCSC-MuleSoft-Pod-support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$14,713,115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Cybervault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Ceph Unified Storage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of 68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BCBS-NC - Storage Scale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Defender SW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Highmark: COS Device Set Refre…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BCBSF - Power Server Replaceme…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$347,657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Verify - AHEAD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MQ on Containers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Merck_Hashicorp Vault - 1,000…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$3,351,245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Mass Load-2Q2…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RFP-AI First - Horizon Contrac…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Digital Managed Service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ERP Platform Managed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Quality Assurance &amp; 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 Device ECC to S4 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HR Operations Roles -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of 68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JJCI Kenvue - GTS SI RFI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GBS ES BOS&amp;S – Fleet Operation…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Hub Squads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Ariba OUS Implementatio…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$1,670,777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Workday - Change Job ReImpleme…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$1,280,698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- Archetype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$1,225,376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R&amp;D Application Modernizat…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AWS Product Engineerin…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Global Commerce Rollou…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SAP Advance Financial Clos…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Co. - Hashicorp Vault,…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SMR : CMO Platform Support…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$998,912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Test Factory - Project…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MDG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of 68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Scanning RFI (MVP Phas…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SAIGE - EPR Legal Registry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$634,411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Services 2H 2026 Amendment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MLR Veeva PromoMats - ACN…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Design System- Phase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Innovation - CFO Dashboar…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Enablement - Train…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AI in Quality and Reg…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JJ_IBM TIME AMS SAP PP QM S/4…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$298,590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GEO &amp; Topical Authority Approa…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GenAI for ADC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WriterAI for ADC - US Marketin…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of 68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US Marketing Omnichannel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CGS POC - Safety Agg…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Enhancement…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$242,156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SAP Technical Architect…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Copilot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Data Pipeline Reme…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 464B - Reporting Requiremen…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$108,455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Zero Copy Abbot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 CarePath/withME CRM Servic…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Lake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Data Enablement S2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Network Analytics - Data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$79,966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of 68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- Carlsbad JDE Mig…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$78,347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NS1 for Oracle OCI 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$69,943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Abbott.com SEO Suppo…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SAC Remediation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2026-07-"Renewal"-CAREFIRST /…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Pharm ERP APAC PandA Capa…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JJ_GAMS_Vision Care SAP CRM 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$40,518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Ecuador – “Gran Contribuyente”…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Cloudy Services- BCBSM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PCR-ABT AAC Support Extension-…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$25,927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Halda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IBM Planning Analytics 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Maximo upgrade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JJ_GAMS_OSGT L1.5 Support - 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of 68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2026-06-28 for HORI…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ID-00219155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$5,875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IT Modernization &amp; Sustainabil…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NEXT GEN OPERATIONS…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-$78,479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Med Device MES FTPC Upgr…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-$128,108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Modulus for UCD On Prem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Renewal-HEALTH CA…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$512,333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-  Modulus move on prem clo…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CCF - IBM Cloud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BCBS-NC APIC project Additiona…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- Storage COS Brad Leonard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Renewal-HEALTH CA…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of 68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SUSE subscriptions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$15,194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NC - Optim Training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2026-07-"Renewal"-HEALTH CARE…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$12,606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ID-00495853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ID-00535367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Platform - L &amp; 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Pfizer-PA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LIMITED-PA…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Claims AI Use Case Priori…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Renewal-HEALTH CA…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$43,479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– Addition of Predict 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 of 68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2026-08-06 for HCA-…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2026-08-06 for HCA-…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FN SQL HC ExpCon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GEO Optimization Features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- Migration of 1K legacy do…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Hong Kong Manual Plant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PCR-2- PD-009868- Lease Manage…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Fusion HCI Trial/Try 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$503,001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AN PIM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-$59,711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Renewal-Luminare…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$99,787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Elevating Cybersecurity…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Elevating Cybersecurity w…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Elevating Cybersecurit…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Abbott: Elevating Cybersecurit…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 of 68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FY26-Pfizer-HRBPO-Workday OCR…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Storage HW-HEALTH 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LinuxONE for IDAA - Corporate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StreamSets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 |…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 IBM and B2B slowness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$199,100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Traceability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$198,600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Collaborate360 SAP Build…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-$39,458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PCR_PO 4000203866_DMND0004975-…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B2B HC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DNSO - HIGHMARK INC - Client 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 of 68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HCSC: Fusion Production (Phase…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Sterling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$417,272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ABT-Data &amp; BI ExFactory Onboar…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Transcend IM R2.2 &amp; R3.1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JPAP and Portals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Abbott Azure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First Transformation Eviden…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PDLC Implementation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AWS Cloud Migration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PQC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RDC Indianapolis Warehouse Imp…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$138,924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watsonx.data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- MA Medicare Stars Ass…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17 of 68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SMPO BCBS SC CDS hours for IDD…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Renewal-PFIZER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Salesforce: Pfizer Pat…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$13,798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jw - Abbott Hashi - separate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Migrate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 (RFI - Micro…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$208,473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Master Data Management wit…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Renewal-LABORATOR…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$45,493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Renewal-LABORATOR…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MDM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RFI: ENTERPRISE BACKUP &amp; CYBER…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$9,749,000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AURA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Supply Chain - IBP Exp…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 of 68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Call Center Automation…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Infused Knowledge Managemen…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Horizon:  Salesforce Provider…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Mfg 4.0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Procurement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Merck - HR Perfor…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RFP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Bob - All IBMC Opps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Reachback+Extended Support REA…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HUMANA: Automate Compliance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Talent Platform Implementa…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 Blue - Vault SaaS - AHEAD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$1,199,996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HUMANA: Responsible AI Pursuit…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BCBSAL Watsonx.Orchestrate Ben…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$248,700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19 of 68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HCA: Driving Productivity &amp; Ac…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BOB -- EDS Team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- VMW support…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Renewal-HIGHMARK…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SC, PPA 67261-7006742,…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Cognos Mod +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DataStage Modernizat…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$206,235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Flexible Service Unit for Buil…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Renewal-HCA-INFOR…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$619,808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TEL - WCA4Z Catalog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- Watsonx Orchestrate…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Software Licensing standal…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Data Gov FSA - .data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Growth 2026 #2 - Sof…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20 of 68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Integration - HCSC - Think Big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Db2 Upsell Opportunity (…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Procurement BPO Phase…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 2027 - Cloud Migra…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Egen Gemini Enablement…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Life Sciences Cloud MedDev…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RISE Hype…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$9,372,243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SAP RISE Workload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non-RISE…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$8,392,065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AI-driven Print Optimization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$1,603,636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Integrated clinical data excha…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21 of 68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Global BI Migration to Databri…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VMware optmization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Gemini Co-Scientist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Application Migration (AWS…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Specialty BU Agent…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(ICSR) Product…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- Internation…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$486,338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Web Methods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AgenticAI for EUMDR reports -P…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LaraLabs apps Migration to Abb…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$390,075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Biz Go Live 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EIMS - Product Master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$348,001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AI for Quality Roadma…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- IND (CMC) PoV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22 of 68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Q4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$213,062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EIFU Taiwan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RMDx Informatics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Planisware additional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z17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Lactate Microsite #1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(FileNet)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$53,699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EPD NuGenesis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$46,005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Cognos Upgrade for Global BI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PS Primary…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IBMi Archive…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Cadence Enhancement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Proc BPO - Agents as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23 of 68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Highmark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Fraud Detection -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BCBS-NC Watsonx.gov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- Custom IBM BOB Demo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Agent Based Modeling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 secure - Mininmal services 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NetApp Migration &amp; IBM…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CMOD/API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Db2 for z/OS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AUG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TELSBP AIX Power DB2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- zOS Extension - UPMC HEA…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24 of 68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- zOS Extension - BLUECROS…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Humana-IntelliMagic TEL Servic…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2025-12-"Renewal"-BLUE…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 Assistant for 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 BI Assistant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BCBSFL Guardium - Engage the 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Optim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Led SDLC - Finance &amp; SC Tra…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Universal Payment system Mainf…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GBS ES BOS&amp;S – IGRM Operating…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Digital Front Door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AURA : Support 2026-2028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Abbott.com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25 of 68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MDM Data Architecture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DT GenAI Search Pilo…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$385,740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DESCI-MAPP Assessment - Appian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EIMS Program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Envizi RFI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APO - PGS UDH CI 2nd Half…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$137,086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Renewal-JOHNSON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$64,499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AR on ID-00193319 on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2026-08-"Renewal"-ABBOTT LABOR…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DataOps Team - watsonx.dat…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HUMANA: Business Process Minin…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-  SOW  ACE Assessment &amp; 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$87,380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26 of 68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Mass Load-4Q2…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$41,501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Mass Load-2Q2…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$34,023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MedDev PODS Experience…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ServiceNow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ACN Phase 0 Emerging…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Autonomous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Quantum-Safe, PQC Roadmap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Securing AI, Red Teami…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Guardium SaaS AWS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 AI Consultant Staff Au…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FY26-Pfizer-HRBPO-Data Privacy…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StreamSet - Replicating from 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Corporate SMPO - ISV/CA Replac…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27 of 68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Medical Device R&amp;D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$3,420,000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for DR - Initial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P8 Aix-RHEL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AI Editions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ID-00495644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$10,983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Box Consolidation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Service Virtualization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powered Test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Optim TDM RFP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PowerVS Cloud Opportunity…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Document Processing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 - Incident Management 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Guardium Discover and Classify…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28 of 68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$311,897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$187,575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$128,048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Astronomer +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- AXP Discretionary Aud…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Data Replication Cross-s…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AI Legal Insights &amp; Auto…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$84,275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SDA for BMC/FDR cold backup 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SDA for Veam Archiving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Lapcorp - Snowflake augmentati…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29 of 68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J&amp;J Client Zero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DePuy Synthes (Orthopedics) 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Horizon Health…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(land) integra…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Post-Quantum Cryptography (PQC…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Bob Preview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2026-09-MidYear-SaaS Renewal-A…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30 of 68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z/OS Connect EE - Carefirst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Integration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wx.gov SOW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(land) integra…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CDS Application Ratio…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NON-CA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Privacy Group - watso…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Enterprise watsonx Orche…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(expand)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Confluent Expert Labs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enRoll Production Growth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DevOps - CA Java 21 - TEL…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- Upgrade 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$1,640,840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31 of 68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Integration Moderniza…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Sterling B2Bi Palmett…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 Blue: Datapower Virtualizat…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Observability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WCAz - Explanation for Corpora…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- Sterling Containeriz…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MQ FTE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Intelligence Center - Care…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Flexera ITV - CMDB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– webMethods Integrati…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TN - IANN 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Sterling PEM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CC DevOps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Terraform Growth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$1,019,090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32 of 68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DataPower Virtualizat…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Digital - GLNS S2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for Regulatory Subm…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Expert Labs - Trade-u…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ACL Subfolder Permissions Upda…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$180,376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Automation Support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$132,524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Carefirst/SBP Brocade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+ Concert "Flows"_B…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- Juniper Mis…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Apptio Mainframe TCO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Florida Blue - Cloudability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Corporate - Vault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- NetApp Supp…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33 of 68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- Kubecost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Bob for Java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NS1 - UltraDNS - Network Resil…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Agent Based Modeling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GraphQL-API Essential - BCBST…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- Apptio Cloudability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2H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$8,150,241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BCBS-TN:  Refresh PROD DS8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Quardium Quantum Safe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ODM &amp;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Intelligence Center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AI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FEPOC Guardium 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34 of 68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 for Pellera -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ASK Procurement &amp; So…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-  HMIG RFP WXO W.AI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Migrate from CM8 to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Db2 AI Editions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Watsonx.governance Expertise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Confluent for Safety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BCBSM |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CareFirst-Defender-Modernize 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Modernization on 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BOB for enRoll Development (on…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Data Governance - Comme…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Sharepoint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$149,580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35 of 68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Guardium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Cloud Pak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2026_Labcorp_sRenewal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Mainframe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$8,012,328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2026_Labcorp_uRenewal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z Linux Storage 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$1,896,035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Capacity for VMwa…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$1,357,300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-Medicare z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$1,216,832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Distributed Storage Refresh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Distributed Storage Refresh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-zLinux Tape Refres…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$1,008,899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IDAA Storage Refr…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$922,055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HA Array for zOS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DB2 AI for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36 of 68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Diamondback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-Medicare z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$572,103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IDAA High Availab…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$428,538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Db2 P10 Cloud Rack (DR…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Collab Medical Policy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CP4Aapps Adv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New Capacity 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$288,537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- Concert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Palmetto Cloudrack Expansion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Flash for Performant RHOS work…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AI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Capacity Upgrade…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$165,399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Capacity Upgrade…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$165,399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AL- Instana &amp; Turbo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37 of 68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Genius Hub - DB2 AI 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 @Labcorp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EDB for AAP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MQ MFT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Security Guardium Data Pro…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Security Discover and Clas…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SERVICES DB…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$85,140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Informatica + wx.Data Integrat…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zlinux Storage 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$4,668,182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Mainframe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$4,080,829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Diamondback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Oracle Exit - Postgres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38 of 68</a:t>
            </a:r>
            <a:endParaRPr lang="en-US" sz="1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 webMethods MFT Customizati…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Digital - LOG EWM Globa…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Catapult MS proposal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$1,577,208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ABT-Veeva Promomats Enhancemen…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Writer AI Center of Excellence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Workload Automation (IWA)…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$849,469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Strategy Extn.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SQL DBA Staff Aug Apr'26-Dec'2…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$505,750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Development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Lactate Website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Request for SumTotal LMS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$494,118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Workload automation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MED DEV - Application Run Supp…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$337,322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APIC SaaS Production 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$924,480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39 of 68</a:t>
            </a:r>
            <a:endParaRPr lang="en-US" sz="1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QBR - Distr Ctr MAS Sa…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AI Ops Automation - Pi…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Planisware_Extension (App…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$251,204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Product Automation wit…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| Workfront | Modular…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Execution -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Quantum-Safe, PQC Road…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Securing AI, Red Teamin…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Securing AI, Red Teaming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Abbott: Securing AI, Red Teami…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SOC Operations Moderni…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GRC (Archer)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Identity &amp; Access Mana…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3894 - Abbott - Querétaro…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$244,423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40 of 68</a:t>
            </a:r>
            <a:endParaRPr lang="en-US" sz="1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Developer Offshor…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$225,110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PWO 2025-059 - VPENT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$208,139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Internal Benefits…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Verify VIP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Hashi Vault + Verify…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Developer Onshore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$173,530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Concur Consultant (KTLO)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$161,998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Request for SumTotal LMS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$159,353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Custom Applications Syste…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$157,895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SAP Concur - AI/ML 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Support estimate for Brand…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$137,570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IBM_873_RFC 3586_3587_3588_LAB…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$133,195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LabCorp_Expert Connect Subscri…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ARIBA CoreDx New 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$119,259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41 of 68</a:t>
            </a:r>
            <a:endParaRPr lang="en-US" sz="1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for KNEAT Gx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PR-25770 - First Sale Rule - 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$86,281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Sovereign Core - Enga…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estimate for MES Databases…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$80,974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DC Implementation - Incre…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ADC - IWHI API Portal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PD-009868 - Lease Management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$60,192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Azure APIM_Support price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- Support estimate for Fro…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$47,387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 (Complaints) -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$44,410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(App ID 17812) - EMEA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$36,885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eNOVATOR_Support Scope Increas…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PD-000000 - P30 GRAN Cv9r32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- 118_RFC 964_SPID 23223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$32,887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42 of 68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PR-25621 TAX MATURITY - DIAN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Support_API Migration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$30,973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ORACLE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$26,150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EDC Locus Applications Support…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$23,654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DBA SQL Server Support (13 RFC…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Support Estimate for new appli…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TMS Support Cost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Syniti Knowledge Platform RM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ideaPoint - Investigator Initi…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Related - PD-009868 - Lease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3437, 3420_DBA Oracle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$15,971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- Support estimate for TPM…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918. CORP- KTLO Run support fo…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Run Support for Brand Cen…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$9,625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43 of 68</a:t>
            </a:r>
            <a:endParaRPr lang="en-US" sz="1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PD-009381 CoreDX WMS EDC Imple…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Virtual Tax Office - VTO (App…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PR-25757 - BOBJ Symphony BW H4…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$6,807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eNovator Upgrade Run Estimate…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PRJ0015319 - PR-25769 - AN -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WatsonX.Data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3919 – Remove Short Date (…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-$3,645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RFCs_3496, 3416, 3453 _DBA SQL…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-$3,753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70 Descope Adest (App ID 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3317_ Reduce support level…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-$14,618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136 - ScopeChange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-$82,820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3877 – Application is Desc…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-$138,532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44 of 68</a:t>
            </a:r>
            <a:endParaRPr lang="en-US" sz="1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Catapult W1 Malaysia Staffing…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-$172,800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Consolidated 10B(LABx Credit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-$224,913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Consolidated 10B for Multiple…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-$260,439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Distributed Renewal/ELA - Auto…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$2,158,187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CCF - Dyania Syn AI GPUaaS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$830,402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ODM Services Deployment - High…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- Guardium Data Securi…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Guardium SaaS - DAM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– BAW for Tra…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$322,014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EAR - BCBST 2024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HUMANA: Reimagining Knowledge…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IBM Bob as Operations/P…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- APIC/DP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Highmark: COS NVMe for FileNet…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45 of 68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Highmark: COS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Highmark: COS Accessers for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$18,734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$18,655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Renewal-UPMC HEAL…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2026-09-27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Imperva Take 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THE CLEVELAND CLINIC FOUNDATIO…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SevOne - Network Per…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 of SC 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of America, PPA 40199-…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46 of 68</a:t>
            </a:r>
            <a:endParaRPr lang="en-US" sz="1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LabCorp-Guardium Quantum Safe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Vault to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Vault to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Agentic Control Plan…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ELM - Deal Reg - Soft…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2026 Test Lab Refresh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TDM X.d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ADDI-Code Assist Implemen…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IKC Implementation - Expe…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WCA4Z Bob -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Terraform…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Vault to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47 of 68</a:t>
            </a:r>
            <a:endParaRPr lang="en-US" sz="1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Terraform…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Corporate - z17 Machine Upgrad…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$6,002,000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VXRail Refresh for Institutes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$888,000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Corporate - LinuxONE for IDAA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and Blue Shield of…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SW Baseline - True Up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watsonX.data Integra…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LABCORP:  DIAMONDBACK Deep Arc…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Florida - CMOD on Z - RSD…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Watsonx.gov for AI 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Concert @Labcorp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Dearborn National Power 9 to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$148,461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$604,523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BCBS-AL Ceph for Object storag…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48 of 68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BCBS-AL COS for Object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TN - Sterling to Containe…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BAW + GenAi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ODM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BAW Center of Excellence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Center/IBM/Server 1:IBM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Center/IBM/Server 1:IBM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Presbyterian Shadyside MO…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$417,162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$375,348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AIOps/Operations Insights + 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Management Company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$279,918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Db2 Bridge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NC Control-M Sched RFI Ta…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49 of 68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$235,629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Health - zOS for pipe…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$114,517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IDAA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Presbyterian Shadyside MO…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$92,394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Presbyterian Shadyside MO…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$54,674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 PA SaaS 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Noname Opportunity -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DevOps Deploy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DevOps Deploy Javiann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BCBSM - EAR (MNadeem)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- EAR (BAnne)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- Db2ZAI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Engage the 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50 of 68</a:t>
            </a:r>
            <a:endParaRPr lang="en-US" sz="10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Mainframe/COBOL Modernization…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Platinum Support Mass Load - 3…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7840 to 7850 Storage Fabri…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BCBS-TN: FlashSystem Refresh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Renewal-UPMC PRES…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$908,121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+ Concert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Turbonomic (VMWare + Azur…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EXP COMP on ID-00567…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2026-09-"Renewal"-RXANTE INC-0…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Data, Analytics &amp;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AMS Synergy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2026-09-"Renewal"-SERVICE BENE…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$10,756,680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Upgrade S/4HANA to 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TCS takeout - R&amp;D testing fact…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51 of 68</a:t>
            </a:r>
            <a:endParaRPr lang="en-US" sz="10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ICoE Support &amp; Maint…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ABT-CDS-ANI Exp Factory Onboar…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PFG - RM - AS - AI for Privacy…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$3,824,285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Intelligent Consumer Indus…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DESCI-ServiceNow OTSM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 Corp - SMPO potential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$5,702,244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Remove Lag and adjust 445…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2026-09-"Renewal"-CareFirst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$2,783,300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2026-09-"Renewal"-ABBOTT LABOR…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$2,631,651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Veeva Safety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NMS to MembersEdge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ICA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$2,461,162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- Merck_Global Trial Optim…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Digital Pharmacy Platform Solu…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52 of 68</a:t>
            </a:r>
            <a:endParaRPr lang="en-US" sz="1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Catapult S4 AMS full managed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$1,878,161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SAP Integration suite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$1,651,295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Letter generation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Life Sciences CHC Transfor…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(ELA)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$1,331,200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EvGen Headless 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Security for ERP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AN-Next-GEN-LIMS-Deployment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$942,172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Brand Check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Abbott_ATOM_Level 1 Support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Command Center - Oncology…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Phase 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53 of 68</a:t>
            </a:r>
            <a:endParaRPr lang="en-US" sz="1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Total Rewards Digital Front Do…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LabCorp Costin…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$682,546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$668,806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PRJ0016142 - EP Mexico Phase 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$609,653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$603,688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SEP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$601,476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BW 5X to BWCE Environmen…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$511,509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Maximo - Add APM to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FinOps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ATC Reporting &amp; Analytics Plat…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ORO Implementation - Phase2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$429,800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Symphony BI 2025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$428,070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$406,368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54 of 68</a:t>
            </a:r>
            <a:endParaRPr lang="en-US" sz="1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DePuy Prod…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$365,360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PRJ0015263 ISOTrain Cornerston…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$355,115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3869_Align on Onshore Supp…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$352,284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EMEA Rollout - PO scope…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$308,373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PA/TM1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PGS Veeva LIMS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FY26 - Pfizer -ServiceNow Move…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JNJ Enterp…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PFIZER INC…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PRJ0016142 - SAP MD Mexico Vol…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$273,137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 MD PM &amp; SCM.PP Staff 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$257,126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- Pfizer (PGS Pfizer Globa…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Network Intelligence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55 of 68</a:t>
            </a:r>
            <a:endParaRPr lang="en-US" sz="10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- SAP PO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$248,839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Datastage - Infosphere Informa…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$246,874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Pfizer 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Apptio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PRJ0016027 Sumtotal VEPNT CATS…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AI Capabilities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PRJ0015346-AV First Sale Rule…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$189,189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SAP MES POMS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$183,159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ARIBA OUS Scope Addition KTLO…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$175,541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$169,403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PR-24428 SAP P30 and DHL New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$166,714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PRJ0016020 - Cephea Product La…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$157,478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 Turbonomic at Pfizer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Indirect Procurement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56 of 68</a:t>
            </a:r>
            <a:endParaRPr lang="en-US" sz="1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Regula Application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$149,013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Execution Catapult Wave-2 Appl…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$147,809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3740_​IBM support of Five…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$144,781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PR-22418 - Oracle ODA or RAC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PR-25960 - TM1 Planning Analyt…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$138,842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PD-009987 - GES Process Alarm…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$131,904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AAC - Agency Access Center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Monday.com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$128,218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PRJ0015062- Lotus Notes Produc…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$123,755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PR-25620 CO P30 Tax Maturity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$118,918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PR-25960 - TM1 Planning Analyt…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SQL DBA Staff Aug Aug'26-Dec'2…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RENEWAL ABBOTT LABORATORIES Ex…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57 of 68</a:t>
            </a:r>
            <a:endParaRPr lang="en-US" sz="10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 Turbonomic at Pfizer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RDX RM/SOLMAN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$109,921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Agile (APP ID - 213)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PRJ001521 - Aveir Dual Package…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$106,440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OI-Pfizer - Apptio IT Financia…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NS1 Expansion Self-Ser…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Bob Maximo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Instana- Abbott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ESKER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$99,273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PD-009973 - Core Dx Sphera Upg…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ADC LUNA New Instanc…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$95,447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PRJ00xxxxx-LDAP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$94,064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3778_Ariba APT_Support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Multiple_DBA SQL_ORACLE…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58 of 68</a:t>
            </a:r>
            <a:endParaRPr lang="en-US" sz="10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3Q25-Advanced Support Mass Loa…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Veeva New Saas (CoreDx)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PD-009499 - GSEC Lenel OnGuard…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$90,304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$89,551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EHS Action Management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$78,914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iEnvision (Scope Increase)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$77,643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3484 to extend Manufacturi…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$76,503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Glasshouse Fusion Abbott Labs…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PR-23680 - AN AMS Extend the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PR-21254 - Hong Kong Data Sale…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$74,168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VPNT WINDCHILL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$73,506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LINGO ALOM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$73,145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PR-25221 Chile Disptach Guide…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$71,070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DMND0003633 - DR BPCS e-invoic…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$69,576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59 of 68</a:t>
            </a:r>
            <a:endParaRPr lang="en-US" sz="10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PD-009895 - Ariba US Fieldglas…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Veeva Quality Management_RO…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Free Goods Tax for Eucador -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PD-009381- JAVA Stream PULL AP…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$64,785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3486 Extend Finance CCR IB…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$64,076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PD-009111 – (Rapid)ISOtrain Up…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$63,968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MD Staff Aug SAP RTR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$63,264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RPA - Diabetes Care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PD9754 Brazil Tax Vat Reform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$60,556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EDI Staff Aug-Job level III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$59,898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Dolphin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$57,866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Lingo Walmart, Walgreens, Boot…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$56,906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230 - KTLO Run Support 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60 of 68</a:t>
            </a:r>
            <a:endParaRPr lang="en-US" sz="10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TOSCA Architect Staff Suppleme…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AMS middleware engagement proj…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$52,683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Glasshouse Fusion Abbott Labs…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Iterate.AI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AIX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PRJ0015404-WinKQCL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PR-25619 – H2H Solution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$46,861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EPIQ Phase3 Estimates-TIBCO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$46,789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PD-009499 - GSEC Lenel OnGuard…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MAWM RMSM Consultant (Staff-Au…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Powerpick (App ID 5878) Run 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Bizlink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$42,510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PR-24817 - (phase 0) Abbott 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Databricks and Python Deve…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61 of 68</a:t>
            </a:r>
            <a:endParaRPr lang="en-US" sz="10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TCGM Java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$40,782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Sample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ADC EMEA Pod - Additional…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St. Jude Medical Inc. MOD Appl…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AMAPS documentation for SLC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RPA - Diabetes 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Biz OS Upgrade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LUNA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Unity Luna integrati…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169 - eNovator (Scope Incr…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TM1 Upgrade Phase 0-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$33,342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 RFCs_DBA SQL ORACLE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$31,845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PD-009513 - ADK Retain Sample…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$31,153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Engine…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62 of 68</a:t>
            </a:r>
            <a:endParaRPr lang="en-US" sz="10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iSeries Project for BPCS ERP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$29,940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Tracking and Trending Repo…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$27,227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2026-09-"Renewal"-Kenvue Brand…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NS1 Competitive Takeout/DN…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119_Add Instrument Placeme…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$24,697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MD upgrade project -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Staff Aug for CSRD Scope 3 Imp…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$23,375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Catalyst Rosslyn Interface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Freezerworks - Validated_ Scop…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$21,991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Playwrite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$21,843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Applic…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$104,381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PD-009621 - Phase 0 – AkritivO…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$18,250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Mulesoft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Multiple_DBA SQL Server…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63 of 68</a:t>
            </a:r>
            <a:endParaRPr lang="en-US" sz="10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Global Publication Tracking…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MEDDEV_WinKQCL Applications RU…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3441 Support Increase 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$14,283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3547 - Lake County 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$14,171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PM and SLC Specialist - Staff…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$14,084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 AUDIT ANALYTICS-Run Suppo…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$10,852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AN-Next-Gen-LIMS - Phase 1 (Da…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3343 - VIPER (VI Product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OCR EASE Denied Party Screenin…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Multiple_DBA SQL Server Suppor…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3263 New Scope to dedicate…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3557 - ANRD Patient Engage…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3473 -AMPS2G SQL Server SP…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3 - 2026 - "Reinstatement" Vis…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$5,650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64 of 68</a:t>
            </a:r>
            <a:endParaRPr lang="en-US" sz="10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Tracking and Trending Repo…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Distribution Center Locus…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Hashi Vault Radar + Vaul…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LIMITED |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Additional Enhanc…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PD-010050 - (RAPID) Quicksilve…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$4,763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Support for Empower Upgrad…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$4,408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150 - CCR 980 GSS Mileston…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$4,364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3345 - Passport SQL Server…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Labs - JSphere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z/OS Connect and Appli…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RFCs_3640, 3639, 3503_DBA SQL…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Innovative Medicine Data Platf…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151_CCR 987 De-Scope Persp…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65 of 68</a:t>
            </a:r>
            <a:endParaRPr lang="en-US" sz="10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194-Descope Sage XRT APPID…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-$1,390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-$1,630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73_CCR 986 De-Scope EPD 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-$8,286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201_DeScope EPIQ Access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-$18,024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iSeries Hardware Refresh…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73 - Finance Application 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-$27,009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73_De-Scope Quality Applic…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-$27,754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De-Scope Bar Code Control - BC…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-$32,734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186 ScopeChange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-$44,539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73- Legacy ERP Application…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-$77,655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155_CCR 988 De-Scope DFCS…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-$81,055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73 -  Remove multiple Coll…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-$120,524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1065. RFC 88_DESCOPE_ADC Plani…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-$194,821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108_Descope Onshore suppor…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-$490,060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66 of 68</a:t>
            </a:r>
            <a:endParaRPr lang="en-US" sz="10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Claims system Run - Manag…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Adobe Transformation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Corporate - ELA Amendment Upsi…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BCBSAL WatsonX.data Data Lakeh…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$606,040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Cognos On Cloud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CMOD SMPO - CMOD round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PA &amp; CA CAP Play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$602,081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CCF-Watson Orchestrate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Clinic-BAW Expert La…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Quantum Risk - Guardium…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BCBS SC 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Observability TEL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Quantum Risk - Servic…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2026-6 "Reinstatement Stream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67 of 68</a:t>
            </a:r>
            <a:endParaRPr lang="en-US" sz="10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Db2 Analytics…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Power and Storage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Relocation to Philadelphia &amp; 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$121,571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Humana-IBM Project Delivery 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Center/IBM/Server 1:IBM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Center/IBM/Server 1:IBM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z17-Blue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FileNet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TN - Expert Labs Db2 to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NS1 Competitive Takeout/DN…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PowerVM LPM and SRR Automation…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Streamsets - Migration NEW…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2026-09-"Renewal"-COMPBENEFITS…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$10,188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Centerwell DR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$26,547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68 of 68</a:t>
            </a:r>
            <a:endParaRPr lang="en-US" sz="10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24128"/>
                <a:gridCol w="1335024"/>
                <a:gridCol w="3776472"/>
                <a:gridCol w="1499616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Power - IBMi 7.4 Service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2026-09-"Renewal"-HEALTH CARE…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Potential Instana play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2026-09-"Renewal"-BLUE CROSS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 Pipeline Report</dc:subject>
  <dc:creator>ISC Automated Sales Forecast</dc:creator>
  <cp:lastModifiedBy>ISC Automated Sales Forecast</cp:lastModifiedBy>
  <cp:revision>1</cp:revision>
  <dcterms:created xsi:type="dcterms:W3CDTF">2026-07-21T20:22:44Z</dcterms:created>
  <dcterms:modified xsi:type="dcterms:W3CDTF">2026-07-21T20:22:44Z</dcterms:modified>
</cp:coreProperties>
</file>