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943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 ·  Forecast  ·  Close Date  ·  Account  ·  Opportunity  ·  Total Amt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68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VMware Apps Transformation Pha…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Digital Multichann…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SBO Q2 Contract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$966,032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Renewal-HUMANA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ID-00078683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68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platform consolida…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Northpointe SVC HWMA -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68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Client Zero - IT OPs…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CI 2H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$216,216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CI Lea…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$432,185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68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S2P AI Strategy &amp; Gover…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$323,340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Manufacturing - Projec…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68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EXPERTCARE on 2026-07-24 for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2026-07-25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SPSS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CDW SW Maria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Growth for BCBS South…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68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work for PRIME Rewrite…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$143,010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Renewal-BLUE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HCSC-MuleSoft-Pod-support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$14,713,115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Cybervault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Ceph Unified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68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- Storage Scale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Device Set Refre…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 - Power Server Replaceme…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$347,657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Verify - AHEAD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Merck_Hashicorp Vault - 1,000…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$3,351,245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68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68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$634,411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68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$79,966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68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68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Modulus for UCD On Prem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$512,333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Modulus move on prem clo…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IBM Cloud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APIC project Additiona…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Storage COS Brad Leonard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68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SUSE subscriptions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$15,194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- Optim Training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ID-00495853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ID-00535367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Pfizer-PA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LIMITED-PA…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AI Use Case Priori…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Renewal-HEALTH CA…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68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2026-08-06 for HCA-…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Fusion HCI Trial/Try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Renewal-Luminare…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$99,787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68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Storage HW-HEALTH 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LinuxONE for IDAA - Corporate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StreamSets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B2B HC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DNSO - HIGHMARK INC - Client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68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HCSC: Fusion Production (Phase…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$417,272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MA Medicare Stars Ass…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68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SMPO BCBS SC CDS hours for IDD…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MDM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RFI: ENTERPRISE BACKUP &amp; CYBER…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68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Automate Compliance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Talent Platform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 - Vault SaaS - AHEAD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$1,199,996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Responsible AI Pursuit…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Watsonx.Orchestrate Ben…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68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HCA: Driving Productivity &amp; 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-- EDS Team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VMW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Renewal-HIGHMARK…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SC, PPA 67261-7006742,…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Renewal-HCA-INFOR…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$619,808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 - WCA4Z Catalog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Watsonx Orchestrate…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Software Licensing standal…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Data Gov FSA - .data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68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Integration - HCSC - Think Big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Db2 Upsell Opportunity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68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68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68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Highmark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Fraud Detection -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BCBS-NC Watsonx.gov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Custom IBM BOB Demo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 secure - Mininmal services 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NetApp Migration &amp; IBM…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CMOD/API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Db2 for z/OS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UPMC HEA…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68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- zOS Extension - BLUECROS…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Humana-IntelliMagic TEL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2025-12-"Renewal"-BLUE…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 Assistant for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BI Assistant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BCBSFL Guardium - Engage the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Optim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68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Business Process Minin…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SOW  ACE Assessment &amp;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$87,380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68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Load-4Q2…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$41,501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Mass Load-2Q2…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$34,023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StreamSet - Replicating from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SMPO - ISV/CA Replac…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68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P8 Aix-RHEL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ID-00495644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$10,983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Service Virtualization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Optim TDM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Document Processing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Incident Management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Discover and Classify…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68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Astronomer +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- AXP Discretionary Aud…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Data Replication Cross-s…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BMC/FDR cold backup 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68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68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Confluent Expert Labs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enRoll Production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DevOps - CA Java 21 - TEL…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Upgrade 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$1,640,840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68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Integration Moderniza…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B2Bi Palmett…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 Blue: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Observability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WCAz - Explanation for Corpora…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Sterling Containeriz…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FTE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Flexera ITV - CMDB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IANN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Sterling PEM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 DevOps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Terraform Growth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$1,019,090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68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DataPower Virtualizat…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Juniper Mis…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Apptio Mainframe TCO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Florida Blue -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Corporate - Vault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- NetApp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68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Kubecost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for Java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NS1 - UltraDNS - Network Resil…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Agent Based Modeling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GraphQL-API Essential - BCBST…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- Apptio Cloudability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2H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$8,150,241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 Refresh PROD DS8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Quardium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68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-  HMIG RFP WXO W.AI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Migrate from CM8 to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for enRoll Development (on…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68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$8,012,328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 Linux Storage 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$1,896,035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for VMwa…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$1,357,300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$1,216,832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Storage Refresh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-zLinux Tape Refres…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$1,008,899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Storage Refr…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$922,055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HA Array for zOS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DB2 AI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68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Diamondback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-Medicare z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IDAA High Availab…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$428,538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Db2 P10 Cloud Rack (DR…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New Capacity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$288,537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Palmetto Cloudrack Expansion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Flash for Performant RHOS work…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Capacity Upgrade…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$165,399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AL- Instana &amp; Turbo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68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Genius Hub - DB2 AI 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MQ MFT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Discover and Clas…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(LEAD) Unstructured x IBM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zlinux Storage 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$4,668,182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of SC - Mainframe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$4,080,829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Diamondback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68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68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68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68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68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68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68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Distributed Renewal/ELA -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$2,158,187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 - Dyania Syn AI GPUaaS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$830,402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ODM Services Deployment - High…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AL - Guardium Data Securi…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Guardium SaaS - DAM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 – BAW for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$322,014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EAR - BCBST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HUMANA: Reimagining Knowledge…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IBM Bob as Operations/P…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SC - APIC/DP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NVMe for FileNet…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68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Highmark: COS Accessers for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2026-09-26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HEAL…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2026-09-27 for BLUE…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THE CLEVELAND CLINIC FOUNDATIO…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 of SC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68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2026 Test Lab Refresh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TDM X.d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ADDI-Code Assist Implemen…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IKC Implementation - Expe…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WCA4Z Bob -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Vault to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68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Cross-selling Terraform…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z17 Machine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VXRail Refresh for Institutes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LinuxONE for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and Blue Shield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SW Baseline - True 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Florida - CMOD on Z - RSD…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Dearborn National Power 9 to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$148,461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$604,523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Ceph for Object storag…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68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BCBS-AL COS for Object Storage…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Sterling to Containe…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+ GenAi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ODM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BAW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$417,162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Db2 Bridge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NC Control-M Sched RFI 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68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Health - zOS for pipe…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IDAA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$92,394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Presbyterian Shadyside MO…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$54,674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PA PA SaaS 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DevOps Deploy Javiann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- Db2ZAI 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Engage the base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68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Mainframe/COBOL Modernization…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BCBS-TN: FlashSystem Refresh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Renewal-UPMC PRES…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$908,121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Turbonomic (VMWare + Azur…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EXP COMP on ID-00567…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UPMC HEALTH SYSTEMS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2026-09-"Renewal"-RXANTE INC-0…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68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68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68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68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$365,360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55 of 68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56 of 68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$131,904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57 of 68</a:t>
            </a:r>
            <a:endParaRPr lang="en-US" sz="1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58 of 68</a:t>
            </a:r>
            <a:endParaRPr lang="en-US" sz="1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$71,070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59 of 68</a:t>
            </a:r>
            <a:endParaRPr lang="en-US" sz="1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60 of 68</a:t>
            </a:r>
            <a:endParaRPr lang="en-US" sz="10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61 of 68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62 of 68</a:t>
            </a:r>
            <a:endParaRPr lang="en-US" sz="10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63 of 68</a:t>
            </a:r>
            <a:endParaRPr lang="en-US" sz="1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3 - 2026 - "Reinstatement" Vis…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$5,650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64 of 68</a:t>
            </a:r>
            <a:endParaRPr lang="en-US" sz="1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MAYNE PHARMA GROUP LIMITED |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Innovative Medicine Data Platf…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65 of 68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66 of 68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Claims system Run - Manag…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Adobe Transformation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Corporate - ELA Amendment Upsi…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BCBSAL WatsonX.data Data Lakeh…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$606,040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Cognos On Cloud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SMPO - CMOD round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PA &amp; CA CAP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$602,081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CCF-Watson Orchestrate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Cleveland Clinic-BAW Expert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HCSC - Quantum Risk - Guardium…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BCBS SC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BCBSSC - Observability TEL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Highmark Quantum Risk -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2026-6 "Reinstatement Stream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67 of 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Db2 Analytics…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Power and Storage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Relocation to Philadelphia &amp;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$121,571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Humana-IBM Project Delivery 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Center/IBM/Server 1:IBM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z17-Blue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BCBST FileNet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BLUECROSS BLUESHIELD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TN - Expert Labs Db2 to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PowerVM LPM and SRR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HCA INC.-US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EL Streamsets - Migration NEW…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2026-09-"Renewal"-COMPBENEFITS…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$10,188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Centerwell DR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$26,547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68 of 68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417320"/>
                <a:gridCol w="1335024"/>
                <a:gridCol w="2834640"/>
                <a:gridCol w="3776472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TLS Power - IBMi 7.4 Service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BLUE SHIELD…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HEALTH CARE SERVICES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2026-09-"Renewal"-HEALTH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HUMANA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Potential Instana play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2026-09-"Renewal"-BLUE CROSS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2026-07-21T20:20:03Z</dcterms:created>
  <dcterms:modified xsi:type="dcterms:W3CDTF">2026-07-21T20:20:03Z</dcterms:modified>
</cp:coreProperties>
</file>