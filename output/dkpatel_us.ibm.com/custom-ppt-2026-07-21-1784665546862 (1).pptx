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Score  ·  Forecast  ·  Close Date  ·  Total Amt  ·  Opportunity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$725.6M IBM Tech across 943 selected opportunities closing in Q3 2026, with a total contract value of $767.2M. 38 deals are rated High confidence and 0 have first-line manager confirmation. The largest opportunity is PGS Data, Analytics &amp; AI at $45.0M, currently in 2 - Qualify. Next Steps health: 118 fresh, 198 stale, 173 undated, 454 blank across all selected opportunities. Of the 526 low-confidence deals, 293 with no Next Steps, 93 with stale updates, 94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$725.6M across 943 opportunities — 38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118 fresh · 198 stale · 173 undated · 454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480 low-confidence deals need attention: 293 with no Next Steps, 93 with stale updates, 94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68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VMware Apps Transformation Pha…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$966,032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SBO Q2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Renewal-HUMANA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ID-00078683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platform consolida…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Client Zero - IT OPs…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$432,185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EXPERTCARE on 2026-07-24 for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Growth for BCBS South…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$143,010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work for PRIME Rewrite…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Renewal-BLUE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HCSC-MuleSoft-Pod-support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$14,713,115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Cybervault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 Unified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68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- Storage Scale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Device Set Refre…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 - Power Server Replaceme…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- AHEAD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$3,351,245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Merck_Hashicorp Vault - 1,000…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68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68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68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68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68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Modulus for UCD On Prem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$512,333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Modulus move on prem clo…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IBM Cloud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APIC project Additiona…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Storage COS Brad Leonard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68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- Optim Training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ID-00495853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AI Use Case Priori…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68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Fusion HCI Trial/Try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$99,787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Renewal-Luminare…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68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Storage HW-HEALTH 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LinuxONE for IDAA - Corporate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B2B HC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DNSO - HIGHMARK INC - Client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68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HCSC: Fusion Production (Phase…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MA Medicare Stars Ass…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68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SMPO BCBS SC CDS hours for IDD…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RFI: ENTERPRISE BACKUP &amp; CYBER…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68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Automate Compliance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Talent Platform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$1,199,996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 - Vault SaaS - AHEAD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Responsible AI Pursuit…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Watsonx.Orchestrate Ben…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68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Driving Productivity &amp; 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-- EDS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VMW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Renewal-HIGHMARK…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SC, PPA 67261-7006742,…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$619,808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Renewal-HCA-INFOR…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 - WCA4Z Catalog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Watsonx Orchestrate…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Software Licensing standal…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Data Gov FSA - .data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68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- HCSC - Think Big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68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68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68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Highmark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Fraud Detection -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Watsonx.gov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Custom IBM BOB Demo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 secure - Mininmal services 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NetApp Migration &amp; IBM…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CMOD/API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Db2 for z/OS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68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BLUECROS…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Humana-IntelliMagic TEL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 Assistant for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BI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BCBSFL Guardium - Engage the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Optim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68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Business Process Minin…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SOW  ACE Assessment &amp;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68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Load-4Q2…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StreamSet - Replicating from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SMPO - ISV/CA Replac…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68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P8 Aix-RHEL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$10,983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ID-00495644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Service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Optim TDM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Document Processing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Incident Management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Discover and Classify…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68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AXP Discretionary Aud…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Data Replication Cross-s…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BMC/FDR cold backup 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68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68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Confluent Expert Labs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enRoll Production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DevOps - CA Java 21 - TEL…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$1,640,840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Upgrade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68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Integration Moderniza…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B2Bi Palmett…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Blue: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WCAz - Explanation for Corpora…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Sterling Containeriz…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Flexera ITV - CMDB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IANN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PEM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 DevOps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$1,019,090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Terraform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68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Juniper Mis…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Apptio Mainframe TCO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Florida Blue -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Corporate -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NetApp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68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Kubecost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for Java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NS1 - UltraDNS - Network Resil…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GraphQL-API Essential - BCBST…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Apptio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$8,150,241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2H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 Refresh PROD DS8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Quardium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68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HMIG RFP WXO W.AI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Migrate from CM8 to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for enRoll Development (on…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68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$8,012,328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$1,896,035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 Linux Storage 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$1,357,300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for VMwa…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$1,216,832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$1,008,899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-zLinux Tape Refres…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$922,055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Storage Refr…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 Array for zOS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DB2 AI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68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High Availab…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Db2 P10 Cloud Rack (DR…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$288,537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New Capacity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Palmetto Cloudrack Expansion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Flash for Performant RHOS work…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AL- Instana &amp; Turbo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68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Genius Hub - DB2 AI 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Discover and Clas…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$4,668,182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zlinux Storage 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$4,080,829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Diamondback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68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68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68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68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68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68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68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$2,158,187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Renewal/ELA -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$830,402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Dyania Syn AI GPUaaS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ODM Services Deployment - High…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Guardium Data Securi…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Guardium SaaS - DAM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$322,014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– BAW for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EAR - BCBST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Reimagining Knowledge…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IBM Bob as Operations/P…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APIC/DP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NVMe for FileNet…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68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Accessers for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2026-09-27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THE CLEVELAND CLINIC FOUNDATIO…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 of SC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68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2026 Test Lab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 X.d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ADDI-Code Assist Implemen…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IKC Implementation - Expe…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WCA4Z Bob -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68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z17 Machine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VXRail Refresh for Institutes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LinuxONE for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and Blue Shield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SW Baseline - True 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Florida - CMOD on Z - RSD…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$148,461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Dearborn National Power 9 to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$604,523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Ceph for Object storag…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68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COS for Object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Sterling to Containe…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+ GenAi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ODM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Db2 Bridge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Control-M Sched RFI 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68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 - zOS for pipe…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 PA SaaS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 Javiann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- Db2ZAI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68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Mainframe/COBOL Modernization…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FlashSystem Refresh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68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68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68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68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68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68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68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68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68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68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68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68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68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68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68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68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system Run - Manag…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Adobe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ELA Amendment Upsi…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$606,040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WatsonX.data Data Lakeh…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Cognos On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SMPO - CMOD round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$602,081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PA &amp; CA CAP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CCF-Watson Orchestrate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Clinic-BAW Expert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Quantum Risk - Guardium…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BCBS SC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Observability TEL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Quantum Risk -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2026-6 "Reinstatement Stream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Db2 Analytics…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Power and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Relocation to Philadelphia &amp;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Humana-IBM Project Delivery 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FileNet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Expert Labs Db2 to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PowerVM LPM and SRR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Streamsets - Migration NEW…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2026-09-"Renewal"-COMPBENEFITS…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Centerwell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68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417320"/>
                <a:gridCol w="1335024"/>
                <a:gridCol w="1499616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Power - IBMi 7.4 Service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Potential Instana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2026-09-"Renewal"-BLUE CROSS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17, 2026 · 11:24 PM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17, 2026 · 11:24 PM) shows 773 new, 31 dropped. 773 new deals entered the pipeline. 31 deals dropped out. </a:t>
            </a:r>
            <a:endParaRPr lang="en-US" sz="11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773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DoD Cloud Migration  |  [SEED] VA Data Analytics  |  [SEED] DHS Cybersecurity SOC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Dropped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HCA - Concert  |  Corporate ELA Software Amendment  |  LabCorp - Broadcom swap out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2026-07-21T20:25:46Z</dcterms:created>
  <dcterms:modified xsi:type="dcterms:W3CDTF">2026-07-21T20:25:46Z</dcterms:modified>
</cp:coreProperties>
</file>