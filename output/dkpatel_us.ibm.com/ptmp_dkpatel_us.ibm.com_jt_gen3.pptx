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411480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HCLS 3Q26 PTMP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09728"/>
          <a:ext cx="7498080" cy="914400"/>
        </p:xfrm>
        <a:graphic>
          <a:graphicData uri="http://schemas.openxmlformats.org/drawingml/2006/table">
            <a:tbl>
              <a:tblPr/>
              <a:tblGrid>
                <a:gridCol w="1499616"/>
                <a:gridCol w="1499616"/>
                <a:gridCol w="1499616"/>
                <a:gridCol w="1499616"/>
                <a:gridCol w="1499616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3Q Budget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3Q Call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Upside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Stretch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616"/>
                          </a:solidFill>
                        </a:rPr>
                        <a:t>$175.0M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616"/>
                          </a:solidFill>
                        </a:rPr>
                        <a:t>$146.7M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$28.3M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616"/>
                          </a:solidFill>
                        </a:rPr>
                        <a:t>$448.6M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1616"/>
                          </a:solidFill>
                        </a:rPr>
                        <a:t>$495.2M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74320" y="713232"/>
            <a:ext cx="1161288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74320" y="786384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In Call &gt; $500K</a:t>
            </a:r>
            <a:endParaRPr lang="en-US" sz="11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42416"/>
          <a:ext cx="5577840" cy="914400"/>
        </p:xfrm>
        <a:graphic>
          <a:graphicData uri="http://schemas.openxmlformats.org/drawingml/2006/table">
            <a:tbl>
              <a:tblPr/>
              <a:tblGrid>
                <a:gridCol w="137160"/>
                <a:gridCol w="1673352"/>
                <a:gridCol w="2900477"/>
                <a:gridCol w="1004011"/>
              </a:tblGrid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PGS AMS Synergy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 &amp; JOHNSON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Platform Managed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$9.9M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CROSS &amp; BLUE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- z17 Machine Upgr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 CORP OF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Labcorp - Agentic Control Pl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 CORP OF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GEN to JAVA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LABORATORIE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MedDev PODS Experienc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PFG - RM - AS - AI for Priva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DESCI-ServiceNow OTSM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 CORP OF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Corp - SMPO potential 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 &amp; JOHNSON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JJCI Kenvue - GTS SI RFI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 CORP OF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NON-CA GEN to JAVA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LABORATORIE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2026-09-"Renewal"-ABBOTT LAB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431596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74320" y="4553712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not provided.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126480" y="786384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to close Gap of $28.3M</a:t>
            </a:r>
            <a:endParaRPr lang="en-US" sz="11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042416"/>
          <a:ext cx="5760720" cy="914400"/>
        </p:xfrm>
        <a:graphic>
          <a:graphicData uri="http://schemas.openxmlformats.org/drawingml/2006/table">
            <a:tbl>
              <a:tblPr/>
              <a:tblGrid>
                <a:gridCol w="137160"/>
                <a:gridCol w="1728216"/>
                <a:gridCol w="2995574"/>
                <a:gridCol w="1036930"/>
              </a:tblGrid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PGS Data, Analytics &amp;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6126480" y="1211580"/>
            <a:ext cx="5760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Deals in Upside / Stretch &gt; $500K</a:t>
            </a:r>
            <a:endParaRPr lang="en-US" sz="110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449324"/>
          <a:ext cx="5760720" cy="914400"/>
        </p:xfrm>
        <a:graphic>
          <a:graphicData uri="http://schemas.openxmlformats.org/drawingml/2006/table">
            <a:tbl>
              <a:tblPr/>
              <a:tblGrid>
                <a:gridCol w="137160"/>
                <a:gridCol w="1728216"/>
                <a:gridCol w="2995574"/>
                <a:gridCol w="1036930"/>
              </a:tblGrid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LABORATORIE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- CDS Application Rat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 BLUE CROSS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RFP-AI First - Horizon Contr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Digital Managed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 - Client Zero - Accou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 CORP OF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2026_Labcorp_sRenewal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$12.6M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LABORATORIE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Abbott Commercial Managed 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CAREFIRST / BLUE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2026-09-"Renewal"-SERVICE 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JOHNSON &amp; JOHNSON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Exit - Postgres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SAP: Upgrade S/4HANA to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6F6F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Pfizer - Procurement BPO Pha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16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14" name="Text 8"/>
          <p:cNvSpPr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 Automated Sales Forecast  ·  Generated Jul 19, 2026  ·  v2.6.0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PTMP — Plan to Make Plan</dc:subject>
  <dc:creator>ISC Automated Sales Forecast</dc:creator>
  <cp:lastModifiedBy>ISC Automated Sales Forecast</cp:lastModifiedBy>
  <cp:revision>1</cp:revision>
  <dcterms:created xsi:type="dcterms:W3CDTF">2026-07-20T01:10:45Z</dcterms:created>
  <dcterms:modified xsi:type="dcterms:W3CDTF">2026-07-20T01:10:45Z</dcterms:modified>
</cp:coreProperties>
</file>