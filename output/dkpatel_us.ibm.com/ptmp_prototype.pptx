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HCLS 3Q26 PTMP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"/>
          <a:ext cx="7498080" cy="914400"/>
        </p:xfrm>
        <a:graphic>
          <a:graphicData uri="http://schemas.openxmlformats.org/drawingml/2006/table">
            <a:tbl>
              <a:tblPr/>
              <a:tblGrid>
                <a:gridCol w="1499616"/>
                <a:gridCol w="1499616"/>
                <a:gridCol w="1499616"/>
                <a:gridCol w="1499616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3Q Budget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3Q 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Upside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$175.0M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$146.7M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A1E28"/>
                          </a:solidFill>
                        </a:rPr>
                        <a:t>$28.3M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$448.6M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$495.2M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In Call &gt; $500K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3258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PGS AMS Synergy           $32.0M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 &amp; JOHNSO    ERP Platform Managed S    $9.9M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CROSS &amp; BLU    Corporate - z17 Machin    $6.0M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Labcorp - Agentic Cont    $4.3M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CA GEN to JAVA            $4.0M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ABBOTT LABORATOR    Abbott MedDev PODS Exp    $4.0M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PFG - RM - AS - AI for    $3.8M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DESCI-ServiceNow OTSM     $3.5M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Lab Corp - SMPO potent    $3.1M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 &amp; JOHNSO    JJCI Kenvue - GTS SI R    $3.0M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4343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61772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Planning sessions (resets by account)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QBRs in Mid July (remote)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Days for each client (frame off Highmark and Horizon)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work with Deloitte and Accenture teams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of co-selling with Microsoft (July follow-up)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Bob-a-thons by account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 help needed — expect specifics as Q3 progresses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126480" y="1005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close Gap of $28.3M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132588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PGS Data, Analytics &amp;     $45.0M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3246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Deals in Upside / Stretch &gt; $500K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356616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ABBOTT LABORATOR    Abbott - CDS Applicati    $30.0M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 BLUE CRO    RFP-AI First - Horizon    $23.0M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SAP Digital Managed Se    $20.0M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Pfizer - Client Zero -    $16.8M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2026_Labcorp_sRenewal     $12.6M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ABBOTT LABORATOR    Abbott Commercial Mana    $12.0M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CAREFIRST / BLUE    2026-09-"Renewal"-SERV    $10.8M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 &amp; JOHNSO    Oracle Exit - Postgres    $10.0M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Automated Sales Forecast  ·  Generated Jul 19, 2026  ·  v2.6.0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2026-07-19T20:57:50Z</dcterms:created>
  <dcterms:modified xsi:type="dcterms:W3CDTF">2026-07-19T20:57:50Z</dcterms:modified>
</cp:coreProperties>
</file>