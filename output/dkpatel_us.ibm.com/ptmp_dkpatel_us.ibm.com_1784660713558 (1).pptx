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616" y="310896"/>
            <a:ext cx="314553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Patel HCLS 3Q26 Trans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PTMP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93592" y="219456"/>
          <a:ext cx="7278624" cy="914400"/>
        </p:xfrm>
        <a:graphic>
          <a:graphicData uri="http://schemas.openxmlformats.org/drawingml/2006/table">
            <a:tbl>
              <a:tblPr/>
              <a:tblGrid>
                <a:gridCol w="1455725"/>
                <a:gridCol w="1455725"/>
                <a:gridCol w="1455725"/>
                <a:gridCol w="1455725"/>
                <a:gridCol w="1455725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3Q Budget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3Q Call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Upside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Stretch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$33.2M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$146.2M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980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$0K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$445.0M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$491.0M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47472" y="101498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Deals In Call &gt; $500K</a:t>
            </a:r>
            <a:endParaRPr lang="en-US" sz="16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325880"/>
          <a:ext cx="4800600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344168"/>
                <a:gridCol w="2496312"/>
                <a:gridCol w="960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PGS AMS Synergy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$32.0M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JOHNSON &amp; JOHNSON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ERP Platform Managed Service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$9.9M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CROSS &amp; BLUE SH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Corporate - z17 Machine Upgr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CORP OF 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Labcorp - Agentic Control Pl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$4.3M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CORP OF 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 GEN to JAVA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LABORATORIES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MedDev PODS Experienc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PFG - RM - AS - AI for Priva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$3.8M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DESCI-ServiceNow OTSM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$3.5M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CORP OF 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 Corp - SMPO potential se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$3.1M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4197096"/>
            <a:ext cx="5477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11480" y="4471416"/>
            <a:ext cx="5477256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plan not provided.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91656" y="1362456"/>
            <a:ext cx="5385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Deals to close Gap of $0K</a:t>
            </a:r>
            <a:endParaRPr lang="en-US" sz="16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1656" y="1673352"/>
          <a:ext cx="5385816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508028"/>
                <a:gridCol w="2800624"/>
                <a:gridCol w="1077163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PGS Data, Analytics &amp; AI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$45.0M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LABORATORIES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- CDS Application Rat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 BLUE CROSS 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RFP-AI First - Horizon Contr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$23.0M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SAP Digital Managed Service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 - Client Zero - Accou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$16.8M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6391656" y="3511296"/>
            <a:ext cx="5385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Deals in Upside / Stretch &gt; $500K</a:t>
            </a:r>
            <a:endParaRPr lang="en-US" sz="16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1656" y="3822192"/>
          <a:ext cx="5385816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508028"/>
                <a:gridCol w="2800624"/>
                <a:gridCol w="1077163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CORP OF 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2026_Labcorp_sRenewal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$12.6M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LABORATORIES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Commercial Managed Se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$12.0M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CAREFIRST / BLUE CRO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2026-09-"Renewal"-SERVICE BE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$10.8M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JOHNSON &amp; JOHNSON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Oracle Exit - Postgres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SAP: Upgrade S/4HANA to 2025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 - Procurement BPO Pha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 BLUE CROSS 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 - Salesforce Quote 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$9.7M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TCS takeout - R&amp;D testing fa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13" name="Text 7"/>
          <p:cNvSpPr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 Automated Sales Forecast  ·  Generated Jul 21, 2026  ·  v2.6.2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PTMP — Plan to Make Plan</dc:subject>
  <dc:creator>ISC Automated Sales Forecast</dc:creator>
  <cp:lastModifiedBy>ISC Automated Sales Forecast</cp:lastModifiedBy>
  <cp:revision>1</cp:revision>
  <dcterms:created xsi:type="dcterms:W3CDTF">2026-07-21T19:05:13Z</dcterms:created>
  <dcterms:modified xsi:type="dcterms:W3CDTF">2026-07-21T19:05:13Z</dcterms:modified>
</cp:coreProperties>
</file>