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opportunities · 6 columns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 ·  Opportunity  ·  Close Date  ·  Forecast  ·  Total Amt  ·  Score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1127455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204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BRIEFING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US Public Sector IBM Technology forecast stands at $0.8M IBM Tech across 2 selected opportunities closing in Q3 2026, with a total contract value of $0.8M. 0 deals are rated High confidence and 0 have first-line manager confirmation. The largest opportunity is [SEED] Penn Medicine Hybrid Cloud at $0.5M, currently in Qualify. Next Steps health: 0 fresh, 0 stale, 2 undated, 0 blank across all selected opportunities. Of the 2 low-confidence deals, 2 with undated notes require immediate seller attention.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120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 forecast: $0.8M across 2 opportunities — 0 High confidence, 0 FLM confirmed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deal: [SEED] Penn Medicine Hybrid Cloud (Penn Medicine) — $0.5M | Qualify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health: 0 fresh · 0 stale · 2 undated · 0 blank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2 low-confidence deals need attention: 2 with undated notes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Jefferson 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Jefferson Health Automa…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Penn Medicine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Penn Medicine Hybrid Cl…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This Week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11, 2026 · 6:00 AM → live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pipeline review (live vs Jul 11, 2026 · 6:00 AM) shows 1 promoted, 2 amount changes, 1 slipped, 1 pulled in. 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54480"/>
          <a:ext cx="11612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88696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Examples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Stage Promoted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43CE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Highmark Health Data Platform (→Negotiate)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Amount Changes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25252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Children's Hospital AI Pilot  |  [SEED] Penn Medicine Hybrid Cloud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 Date Slipped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A1E2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Temple Health Records Modernize (+31d)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Pulled In Earlier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9803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Jefferson Health Automation (-14d)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Custom Pipeline Report</dc:subject>
  <dc:creator>ISC Automated Sales Forecast</dc:creator>
  <cp:lastModifiedBy>ISC Automated Sales Forecast</cp:lastModifiedBy>
  <cp:revision>1</cp:revision>
  <dcterms:created xsi:type="dcterms:W3CDTF">2026-07-21T23:51:12Z</dcterms:created>
  <dcterms:modified xsi:type="dcterms:W3CDTF">2026-07-21T23:51:12Z</dcterms:modified>
</cp:coreProperties>
</file>