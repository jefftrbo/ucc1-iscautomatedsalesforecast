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$11.5M IBM Tech across 21 selected opportunities closing in Q3 2026, with a total contract value of $12.9M. 4 deals are rated High confidence and 0 have first-line manager confirmation. The largest opportunity is Corporate - z17 Machine Upgrade at $6.0M, currently in 4 - Propose. Next Steps health: 11 fresh, 4 stale, 6 undated, 0 blank across all selected opportunities.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$11.5M across 21 opportunities — 4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Corporate - z17 Machine Upgrade (BLUE CROSS &amp; BLUE SHIELD OF SOUTH CAROLINA-US) — $6.0M | 4 - Propose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11 fresh · 4 stale · 6 undated · 0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low-confidence deals have current Next Steps — no immediate action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ID-00078683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SMPO BCBS SC CDS hours for IDD…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Load-4Q2…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StreamSet - Replicating from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B2Bi Palmett…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$1,146,400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Integration Moderniza…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Corporate - Vault Dis…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$1,141,222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Apptio Mainframe TCO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Terraform Growth Dist…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$1,019,090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- Vault Distributed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PEM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Flexera ITV - CMDB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z17 Machine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Db2 Analytics…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Relocation to Philadelphia &amp;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49 new, 1 promoted, 2 amount changes, 1 slipped, 1 pulled in. 49 new deals entered the pipeline. 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BCBS of SC - Mainframe Storage for New DR Location - Hardware  |  Corporate - z17 Machine Upgrade  |  Corporate - ELA Amendment Upside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BCBS SC Data Lake Modernization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Palmetto Health Hybrid Cloud  |  [SEED] Prisma Health Analytics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Lexington Medical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Conway Medical Center AI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2026-07-22T00:53:23Z</dcterms:created>
  <dcterms:modified xsi:type="dcterms:W3CDTF">2026-07-22T00:53:23Z</dcterms:modified>
</cp:coreProperties>
</file>