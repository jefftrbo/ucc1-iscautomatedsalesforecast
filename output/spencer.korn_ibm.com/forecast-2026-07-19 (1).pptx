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 opportunities selected for GM review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127455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7180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BRIEFING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US Public Sector IBM Technology forecast stands at $136.4M IBM Tech across 174 selected opportunities closing in Q3 2026, with a total contract value of $156.9M. 35 deals are rated High confidence and 20 have first-line manager confirmation. The largest opportunity is PGS AMS Synergy at $32.0M, currently in 4 - Propose. Next Steps health: 30 fresh, 25 stale, 29 undated, 90 blank across all selected opportunities. Of the 2 low-confidence deals, 2 with no Next Steps require immediate seller attention.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Tech forecast: $136.4M across 174 opportunities — 35 High confidence, 20 FLM confirmed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deal: PGS AMS Synergy (PFIZER-US) — $32.0M | 4 - Propose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health: 30 fresh · 25 stale · 29 undated · 90 blank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2 low-confidence deals need attention: 2 with no Next Steps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15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CF SBP FN TEL SOW PCR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Eric Maschhaupt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06.24 Design Recommendation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R&amp;D PreClinical : Data Pfrontiers &amp; AI Enablement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$2,622,881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$2,622,881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SigniFi Finace MDM HPT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MANAS PANIGRAHI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DART Q3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$319,593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$319,593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Garlapati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AI SDLC Governance, Change Mgmt, PMO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$135,030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$135,030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Caroline Hall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July 7: Verbal move forward from client. Providing SOW…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Project Arrow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Garlapati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Galileo PM 2026 delta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$23,240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$23,240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Garlapati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15K Records Urgent Kenvue Brands LLC-0077644290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Krish Thakur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7/14 – Low Risk: Sent out a follow up email to client 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Manufacturing CI 2H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$216,216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$216,216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Rajesh Nagle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EWM - Solution Architect - 2H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$103,356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$103,356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Rajesh Nagle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IntelliMagic Vision for z/OS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Brent Bradshaw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6/12:  POC is in motion, positive progression and feedb…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S2P AI Strategy &amp; 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$323,340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$323,340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Caroline Hall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15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Manufacturing - Project and Enhancements - 2H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$200,640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$200,640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Rajesh Nagle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Golden Batch PCR02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Golden Batch PCR01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GTEL Golden Batch PCR 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AMS Prime Support 2H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$46,597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$46,598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Saravanan Rengaraj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Ops 2026 PCR 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Expert Labs - MDM upgrade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$152,050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$152,050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David Jensen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7/9 - DJ - Client is budget constrained. Revert back to…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Core Dx - Ariba Advisory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Sunil Chadha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Synlait SAp Pre-Work Staff Aug_June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Sunil Chadha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3Q2026-SLR_Massload - SA#0077625754 - DIRECT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$28,455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$35,569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Scott Gilliland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4.16 - emailed customer contacts the copy of IBM System…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ERP Platform Managed Services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$9,900,000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$9,900,000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MANAS PANIGRAHI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JJCI Kenvue - GTS SI RFI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THOMSON CHACKO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of 15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ABT-BTS-EIMS-002 Terradata Upgrade for EIMS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$2,073,948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$2,073,948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Sourav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JCP Q3 2026 Hub Squads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MONIRUL ALAM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Workday - Change Job ReImplementation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$1,280,698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$1,280,698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Kimberly Morick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Test Factory - Project Administration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$761,000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$761,000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ASHISH KHANDELWAL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SAIGE - EPR Legal Registry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$634,410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$634,411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SATISH M (SATISH) HIRANANDANI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6/18: Active client discussions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Services 2H 2026 Amendment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$615,509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$615,509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MONIRUL ALAM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MLR Veeva PromoMats - ACN Data Migration Extra 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Terrel Marks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Jun12- Abt business is determining priority for this pr…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Design System- Phase 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$500,280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$500,280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Rampuria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July 7: SOW pending Abbott review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Patient Services Oxbryta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05/05: Mike Osterbur - Director has requested MuleSoft…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Canada Adoption - Digital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6/25 Sri Ganti - Sr. Manager has let us know Canada is…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GEO &amp; Topical Authority Approach and Playbook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Rampuria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July 7: SOW pending Abbott review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NM Intellicare Enhancements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$242,156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$242,156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Naveen Hiremath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Jun 25 – Contract submitted and is pending with procure…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of 15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Canada Adoption - Biz Analyst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6/25 Harry Vallejo - Sr. Manager has let us know Canada…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Copilot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$181,592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$181,593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Sam Khan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AICOE : GCP Data Pipeline Remediation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S=R JULY 2026 - Additional Projects, Staffing and Overtime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Sriram Raju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 464B - Reporting Requirements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$108,455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$108,455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Janie A Petrosino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Ops Lake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Data Enablement S2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ARDx - Carlsbad JDE Migration Phase 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$78,347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$78,347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BRIAN SHIN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NS1 for Oracle OCI Backup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$69,943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$69,943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Zach Meier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6/9: All use cases proven, Code handed over. We are bui…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Abbott.com SEO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Rampuria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July 7- SOW pending Abbott review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SAC Remediation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$61,132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$61,133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ASHISH KHANDELWAL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Pharm ERP APAC PandA Capacity Stable Team GV-GC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$42,324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$42,324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THOMSON CHACKO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of 15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Cloudy Services- BCBSM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Grace Casey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GC- 7/7 Quote was sent to Arrow, reached out to Amir fr…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PCR-ABT AAC Support Extension-July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$25,927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$25,927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Rampuria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July 7- POCN pending Abbott review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Project Halda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Garlapati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IBM Planning Analytics on IBM Cloud - Expert Labs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7/9/26 requesting update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2026w09_CC_ABBOTT DIABETES CARE/DB000046-US_SLC: SBIA7_Engineerin v9.6.1_Sev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$5,217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$5,217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Stephanie Bonilla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Contacted person that opened the support ticket and cli…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2026-06-28 for HORIZON/0071393 via INGRAM /CONVERG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Michael Langton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ID-00219155 on 2026-05-05 for HORIZON/4364127 via INGRAM /CONVERG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$5,875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Michael Langton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Conga Comments: Vicom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NEXT GEN OPERATIONS POD-2026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-$78,478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-$78,479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Rampuria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July 7- Descope POCN pending Abbott review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Med Device MES FTPC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-$128,108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-$128,108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BRIAN SHIN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Merck - PPM Extended Hypercare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$94,225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$94,225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Arlene C De Leon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FN SQL HC ExpCon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Eric Maschhaupt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6.2 Ben C working on process to include in June signing…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 - Migration of 1K legacy documents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Miten Bhagat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 of 15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AN PIM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-$59,710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-$59,711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Naveen Hiremath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 13 – Aligned on scope and working through the appro…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z/OS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$199,100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$199,100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Eric Maschhaupt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5.28 design Db2 z/OS Data Sharing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Traceability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$198,600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$198,600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Eric Maschhaupt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Traceability PID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7/6: Initial technical discussions completed. Client re…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IBM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7/17: Pfizer integration team is requesting quote to tr…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Collaborate360 SAP Build WorkZone Developers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-$39,458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-$39,458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Rajesh Nagle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FEPOC: Sterling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$417,272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$417,272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Phoebe Nichols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7/15/26 WK: Data dump provided to IBM support this week…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DTS Veeva Exp Factory Onboarding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$2,666,482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$2,666,483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JCP Q3 2026 JPAP and Portals Squads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MONIRUL ALAM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Salesforce Quote to Card Co-Create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Dan Hahn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7/1-2 Final AMS Renewal RFP workshop including this con…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OMP Abbott Azure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$615,515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$615,515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Nicole Smith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RDC Indianapolis Warehouse Implementation Extension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$138,924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$138,924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Manish Loomba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 of 15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Enhancement Factory - wxO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$83,700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$83,700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Jessica Terrill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7/13 - Abbott is re-imagining delivery practice, delayi…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Renewal-PFIZER INCPFIZER PHARMACEUTICAL-0077637303-NS1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$19,981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$19,981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Jocelyn Varela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5/27 - Submitted bid went to Arrow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PCR01 - Salesforce: Pfizer Patient Services Infinitus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$13,798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$13,798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 (RFI - Microsoft Support)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$208,472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$208,473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Niels Engberg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4/22: Working on scheduling a call with vendor manageme…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Master Data Management with BP Persistent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7/9/26 reworked the numbers yesterday ( asked Persisten…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Supply Chain - IBP Expansion to New Use Cases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Prakash Ramachandran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Client Zero: Merck - HR Performance Agentic Solution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Prakash Ramachandran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Maximo RFP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$376,666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Phoebe Nichols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7/1/26 PLN: sent new pricing spreadsheet and have meeti…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Cognos Mod +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Jessica Terrill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7/13 - Account, Brand, and Annuity team building out 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DataStage Modernization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$206,235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$206,235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Batiste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7/15 Need to get new configs from client to send out an…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PowerVS SAP RISE Hyperscaler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$1,874,448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$9,372,243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Rick Picozzi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7/14/26 RP: Pfizer working through comprehensive analys…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PowerVS SAP non-RISE Environments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$1,678,413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$8,392,065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Rick Picozzi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7/14/26 RP: Pfizer working through comprehensive analys…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8 of 15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Safety: GENESIS (ICSR) Production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7/14 - Sampath Chaparala Sr. Director needs a proposal…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LaraLabs apps Migration to Abbott AWS Account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$390,075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$390,075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Datta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EIMS - Product Master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$278,401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$348,001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Jessica Terrill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7/13 - Abbott is not getting a good deal from Teradata…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DART Q4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$213,062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$213,062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Garlapati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EIFU Taiwan Build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Rampuria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July 7- SOW pending Abbott review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Ask HR TAM (PID)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$138,336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$138,336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Batiste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7/6 Meeting with the client 7/16 to go over redlines an…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Planisware additional Changes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$129,263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$129,263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MONIRUL ALAM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z17 (PID)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Batiste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7/15 Working with Fred to price out Mainframe Storage 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(FileNet)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$53,699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$53,699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Batiste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7/15 Need to work with Justin and team on follow up mee…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EPD NuGenesis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$46,004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$46,005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PowerVS IBMi Archive VTL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$33,333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Rick Picozzi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7/14/26 RP: Still a concern about using IBM v7.x for JD…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Sterling (PID)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Batiste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7/15 Meeting with the client 7/16 to go over redlines 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9 of 15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Cadence Enhancement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$18,132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$18,132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MONIRUL ALAM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AUG S = R  (Flex Services - HCM ARC RRC)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RAMAKRISHNAN NAIR JOTHEESHMATHI AMMA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3Q2026-SLR_Massload - SA#0077679098 - CHANNEL - Distributor Site #0685406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$16,451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$20,564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Millena Adane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6.8 MA - Quote requested from Partner. ES ticket for qu…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DESCI-MAPP Assessment - Appian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Rama Kamarajugadda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EIMS Program Phase 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Datta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Envizi RFI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Amira Alfa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5/26: ENvizi RFI Responses due on 5/27/ Working with th…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BI: APO - PGS UDH CI 2nd Half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$137,085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$137,086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SATISH M (SATISH) HIRANANDANI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5/21: SoW in-progress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Renewal-Kenvue Brands LLC-0077563112-Sterling Data Exchange SaaS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$120,142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$120,142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Debbie Partee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LOW RISK 3/11 - Quote sent to client during request for…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S=R Aug 2026 - Additional Projects, Staffing and Overtime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Sriram Raju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2026-08-"Renewal"-ABBOTT LABORATORIES-0007011428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Stephanie Bonilla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6/11 low risk - this was quoted w/ another off-cycle re…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MedDev PODS Experience Factory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Guardium SaaS AWS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Anisa Ara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7/12 AA: Actively trying to get a follow up meeting wit…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 of 15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$3,420,000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Christopher Boardman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5.27 - Signals from Procurement/Business Stakeholders 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Quantum Safe - Guardium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$488,599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$488,599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Jessica Terrill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7/13 - Gerome secured 500K for consulting and Wes recom…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2026-09-SaaS Renewal-Kenvue Brands LLC-0077644290-NS1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$84,275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$84,275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Krish Thakur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7/10 – Low Risk: Shared Expansion Bid #21756059 for the…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Cleveland Clinic Cloud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Spencer Korn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watsonx.governance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Anisa Ara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 AA: Requirements received. POC to kick off 7/13.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Post-Quantum Cryptography (PQC)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7/15/26 pulled back into September at Khushboo's reques…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NON-CA GEN to JAVA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Mike Hoeferlin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0622.MFH.NS: Scope/Price non-CAGEN. Bill A. team availa…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Broadcom swap 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Brent Bradshaw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4/17: Mike (VP) and Bill (Dir) reviewing Broadcoms rene…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– webMethods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$478,400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$513,000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Bruno Regio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6/16 Spoke with Chris Thompson, postponing due to LOB 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Mayo Clinic AI Operations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Mayo Clinic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Spencer Korn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Final T&amp;Cs under review. Close target Sept 19.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Helix Services +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$422,362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$422,362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7/16/26 No movement, possible action with the renewal 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Modernization on 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Jayant K Joshi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Schedule strategy workshop (s) to define a) business KP…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11 of 15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Sharepoint redesign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$149,580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$149,580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Debra Aliberti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Commercial: Service Delivery Center Expansion 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$2,475,114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$2,475,114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BALMUKUND JHA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Moving the opportunity to Q3 as the client is shifting…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KTLO Catapult MS proposal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$1,577,208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$1,577,208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Axway (Sterling) 2 SOW Part of the ELA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$1,459,474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$1,459,475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Batiste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7/15 Working with the team to make sure this is part of…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ABT-Veeva Promomats Enhancement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Sourav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ADC | Workfront | Modular Content Phase 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Ananth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Main stakeholder has confirmed that there is executive…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S=R - Q3 2026 - Additional Staffing - Managed Capacity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VINOD SUVARNA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SAP Concur - AI/ML based Fraud Detection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IBM_873_RFC 3586_3587_3588_LABXEPD Hannover_Colombia QC_PDD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$133,194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$133,195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for KNEAT Gx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Indy DC Implementation - Incremental RUN Support Cost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$74,696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$74,696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PD-009868 - Lease Management Replacement - Nakisa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$60,191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$60,192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12 of 15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PD-000000 - P30 GRAN Cv9r32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DBA SQL Server Support (13 RFCs)Oct25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$22,206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$22,206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Syniti Knowledge Platform RM Solman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$19,932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3919 – Remove Short Date (SPID 5968) from IBM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-$3,645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-$3,645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Agentic Control Plane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7/2: C-Level sponsorship for an accelerated POC after 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 GEN to JAVA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David Graham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0702.MFH.RS:Time Shrink of 2M Approved. NS: GreenStar.…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Geisinger Health Analytics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Geisinger 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$1,092,000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Spencer Korn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Use case finalized. SOW in legal review.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AMS Synergy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Vipul Goradia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PFG - RM - AS - AI for Privacy Operations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$3,824,285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$3,824,285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Laura M Donovan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7/16/2026: RFP response was successful, and we're now p…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DESCI-ServiceNow OTSM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Eugene M Jones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 Corp - SMPO potential services for CA/Broadcom Replace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$3,110,313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$5,702,244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Rich Washabaugh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7-17-26 SMPO Tammy, Dianne, Rich W. continue to hold we…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2026-09-"Renewal"-ABBOTT LABORATORIES-0007011428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$2,631,646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$2,631,651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Stephanie Bonilla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6/16 - low risk - presenting customer with renewal quot…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13 of 15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NMS to MembersEdge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Jay Pathak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IBM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7/2: Multiple bob-a-thons and accelerated POC sponsored…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(ELA)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$1,331,200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$1,331,200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Batiste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7/15 Working with the team to make sure this is part of…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Total Rewards Digital Front Door - Phase0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Margaret K (Kelly) Watson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Apptio Sourced: LabCorp Costing and Planning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Holdings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$682,546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$682,546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Megan Sikora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7/13 - Arranging mtg with Doug Conn- Align with ELA 9/3…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2026-09-"Renewal"-ST JUDE MEDICAL LLC-0003082336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$603,686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$603,688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Stephanie Bonilla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6/16 - low risk - presenting customer with renewal quot…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SEP S = R  (Flex Services - HCM ARC RRC)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$601,476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$601,476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RAMAKRISHNAN NAIR JOTHEESHMATHI AMMA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PR-22418 - Oracle ODA or RAC Solutions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$141,133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$141,133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PD-009987 - GES Process Alarm System (PAS-V)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$131,903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$131,904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Pfizer Patient Services Patient Master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06/03: Randy Zagorin - Sr. Director has deprioritized.…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S=R Sep 2026 - Additional Projects, Staffing and Overtime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Sriram Raju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PR-25620 CO P30 Tax Maturity local Tax Reports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$118,917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$118,918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14 of 15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RENEWAL ABBOTT LABORATORIES Expertise Connect (CFT6JCR)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3Q25-Advanced Support Mass Load-2Q25cases(CMR#0015567) -SWSUBSCR-7011428-Abbott Laboratories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$91,999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Stephanie Bonilla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4/3 - Account team confirmed Abbott has designated Tech…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PD-009644 - Cambar Technical Upgrade_Database changes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$89,551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$89,551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EHS Action Management Phase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$78,914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$78,914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3484 to extend Manufacturing CCR - IBM_495, IBM_571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$76,502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$76,503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PR-21254 - Hong Kong Data Sales Data Extraction (RAPID) - Five Interfaces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$74,168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$74,168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2026-09-"Renewal"-ST JUDE MEDICAL LLC-0007150845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$62,027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$62,027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Stephanie Bonilla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6/16 - low risk - presenting customer with renewal quot…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PR-25619 – H2H Solution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$46,861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$46,861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Powerpick (App ID 5878) Run Estimates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$43,599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$43,599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2026-09-"Renewal"-Kenvue Brands LLC-0004306743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$25,642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$25,642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Millena Adane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Catalyst Rosslyn Interface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$22,678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$22,678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Playwrite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$21,842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$21,843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15 of 15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3547 - Lake County Security Video - LCSV (Avigilon) for New Scope SPID 1161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$14,171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$14,171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3343 - VIPER (VI Product Experience Reporting) Oracle SPID 2130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$9,993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$9,994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Multiple_DBA SQL Server Support (Set 9) (003)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$8,437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$8,438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3263 New Scope to dedicated instance support DBA f or SQL Server Compliance Map database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3 - 2026 - "Reinstatement" Vistakon, Inc. - 7102937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$5,649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$5,650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Joseph Cronin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SHI February 2026, BP reached out asking to reduce QTY…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PD-010050 - (RAPID) Quicksilver Manufacturing Systems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$4,763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$4,763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This Week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11, 2026 · 6:00 AM → live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pipeline review (live vs Jul 11, 2026 · 6:00 AM) shows 898 new, 1 promoted, 2 amount changes, 1 slipped, 1 pulled in. 898 new deals entered the pipeline. 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54480"/>
          <a:ext cx="11612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88696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 Examples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New Deals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98038"/>
                          </a:solidFill>
                        </a:rPr>
                        <a:t>898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2026_Labcorp_sRenewal  |  2026_Labcorp_uRenewal  |  SERVICE BENEFIT PLAN ADMINISTRATIVE SERVICES CORP MOD Databases 0004239425 Sep 2026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Stage Promoted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43CE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Cleveland Clinic Cloud Migration (→Negotiate)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Amount Changes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25252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Geisinger Health Analytics  |  [SEED] Vanderbilt Health Modernize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 Date Slipped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A1E2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Brigham Womens Data Ops (+31d)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Pulled In Earlier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9803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Mass General AI Diagnostics (-14d)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657600"/>
            <a:ext cx="11612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898 new deals added to pipeline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deal advanced in stage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1 deal with slipped close dates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deals with significant amount changes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US Public Sector GM Meeting</dc:subject>
  <dc:creator>ISC Automated Sales Forecast</dc:creator>
  <cp:lastModifiedBy>ISC Automated Sales Forecast</cp:lastModifiedBy>
  <cp:revision>1</cp:revision>
  <dcterms:created xsi:type="dcterms:W3CDTF">2026-07-19T02:26:29Z</dcterms:created>
  <dcterms:modified xsi:type="dcterms:W3CDTF">2026-07-19T02:26:29Z</dcterms:modified>
</cp:coreProperties>
</file>