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$136.0M IBM Tech across 164 selected opportunities closing in Q3 2026, with a total contract value of $155.2M. 37 deals are rated High confidence and 18 have first-line manager confirmation. The largest opportunity is PGS AMS Synergy at $32.0M, currently in 4 - Propose. Next Steps health: 31 fresh, 25 stale, 29 undated, 79 blank across all selected opportunities.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$136.0M across 164 opportunities — 37 High confidence, 18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AMS Synergy (PFIZER-US) — $32.0M | 4 - Propose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31 fresh · 25 stale · 29 undated · 79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low-confidence deals have current Next Steps — no immediate action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12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IntelliMagic Vision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Extended Hyp…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12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ABT-BTS-EIMS-002 Terradata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DT DAM Wave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SigniFi Finace MDM HPT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12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JULY 2026 - Additional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12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DTS Veeva Exp Factory…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Enhancement Factory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Med Affairs : KAIROS AI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Ask HR TAM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12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Sterling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Aug 2026 - Additional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12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Quantum Safe - Guardi…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Broadcom swap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12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Service Delivery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(Sterling) 2 SOW Part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- Q3 2026 - Additional Sta…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12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Sep 2026 - Additional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12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747 new, 1 promoted, 2 amount changes, 1 slipped, 1 pulled in. 747 new deals entered the pipeline. 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747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PGS Data, Analytics &amp; AI  |  PGS AMS Synergy  |  Abbott - CDS Application Rationalization RFI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2026-07-22T00:24:20Z</dcterms:created>
  <dcterms:modified xsi:type="dcterms:W3CDTF">2026-07-22T00:24:20Z</dcterms:modified>
</cp:coreProperties>
</file>