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$4.9M IBM Tech across 6 selected opportunities closing in Q3 2026, with a total contract value of $6.1M. 2 deals are rated High confidence and 3 have first-line manager confirmation. The largest opportunity is [SEED] Mayo Clinic AI Operations at $2.6M, currently in Negotiate. Next Steps health: 0 fresh, 0 stale, 4 undated, 2 blank across all selected opportunities. Of the 3 low-confidence deals, 1 with no Next Steps, 2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$4.9M across 6 opportunities — 2 High confidence, 3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[SEED] Mayo Clinic AI Operations (Mayo Clinic) — $2.6M | Negotiate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0 fresh · 0 stale · 4 undated · 2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 low-confidence deals need attention: 1 with no Next Steps, 2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Cleveland Clinic Cloud…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Mass General Hospital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Mass General AI Diagnos…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Mayo Clinic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Mayo Clinic AI Operatio…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Geisinger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Geisinger Health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$1,092,000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Vanderbilt 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Vanderbilt Health Moder…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Brigham &amp; Women's Hosp…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[SEED] Brigham Womens Data 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2026-12-01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1 promoted, 2 amount changes, 1 slipped, 1 pulled in. 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Cleveland Clinic Cloud Migration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Geisinger Health Analytics  |  [SEED] Vanderbilt Health Modernize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Brigham Womens Data Ops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Mass General AI Diagnostics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2026-07-22T00:14:44Z</dcterms:created>
  <dcterms:modified xsi:type="dcterms:W3CDTF">2026-07-22T00:14:44Z</dcterms:modified>
</cp:coreProperties>
</file>