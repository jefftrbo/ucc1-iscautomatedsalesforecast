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909 opportunities selected for GM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$759.0M IBM Tech across 909 selected opportunities closing in Q3 2026, with a total contract value of $807.6M. 35 deals are rated High confidence and 32 have first-line manager confirmation. The largest opportunity is PGS Data, Analytics &amp; AI at $45.0M, currently in 2 - Qualify. Next Steps health: 95 fresh, 157 stale, 160 undated, 497 blank across all selected opportunities. Of the 568 low-confidence deals, 329 with no Next Steps, 100 with stale updates, 92 with undated notes require immediate seller attention.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$759.0M across 909 opportunities — 35 High confidence, 32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PGS Data, Analytics &amp; AI (PFIZER-US) — $45.0M | 2 - Qualify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95 fresh · 157 stale · 160 undated · 497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521 low-confidence deals need attention: 329 with no Next Steps, 100 with stale updates, 92 with undated 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76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Safety: DIP Managed Services 2026-H2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GLNS 3R's Tertiary Packaging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WON: Signed 6/29/2026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- webMethods Divesture (Osprey)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Aamir Masood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June 30:  Part Number executed.  PID Registered on July…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2026-07-01 for LABORAT/0540550 via ARROW E/MAINLIN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Michelle Weiss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SWMA CONTRACTED ON  Q-01272847/ID-00558985 TCV 110,867…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Pfizer Digital – Product Launch Solutions - Business/System Analyst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2026 Continuous Improvements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6/30 Harry Vellajo Manager US HBU requested a one-month…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Sharp &amp; Dohme LLC-AAEPs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Shelby Ohyama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6/4: submitted quote, will send to Amy once available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Storage Fusion for Pharmacovigilance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Chris Hegarty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TDMF for m/f migrations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$62,631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Armbrust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NASCO CONTRACTED WITH ENSONO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CoreDX WMS Migration for EDC - PCR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$878,632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$878,633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Functional Testing Automation with TOSCA ECC Symphony and Catapult_Second Half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$201,309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$201,310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ERLR action letters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76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SAP-MD Staff Aug. Opportunity - Chaitanya Budime - PCR Jun-Oct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P30 Peru Electronic Ledger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 Invoice Email Template Update for JJ Customer Connect (MedTech)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7/9/26 Received PO July 3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Renewal-JOHNSON &amp; JOHNSON-0077619305-SPSS Statistics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z17-BCBS Michigan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Giulia Giammanco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per Kyla, no longer an opportunity.  Losing as a lo…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SCM Extension 2H-2026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$164,948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$164,949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IEH R3 Milestone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$48,760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$48,760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RAPID: Cephea Commercialization  (AV SAP/SAP MD 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$52,507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AAC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$30,436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July7 : SOW &amp; PO received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Med Devices - AV Mfg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MANOJ VERMA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Q3'25 - Project is being planned with internal resource…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Merck - PPM PAC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$62,950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$62,950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Arlene C De Leon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AI-GenAI Executive and Leadership Innovation Session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Naser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76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PriorAuth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Week of 1/20: Review UM and PriorAuth Assessment Capabi…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Digitization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5/28: Renewal RFP response including member letter; 6/1…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Digital Multichannel Delivery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Confirm the requirement with the client.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PD-00NNNN - 2026 - Offshore Data Resource Pool MDG - (JUL-DEC)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ACN CORE Patient Device Tracking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 25 – Contract is under review with procurement.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06.24 Design Recommendation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Security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Saravanan Rengaraj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BI AMS DI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Saravanan Rengaraj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- Switch Maintenance - Maintenance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Melissa Robinson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Commerce Tech Leads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-$159,973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-$159,973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10- PCR received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X - BCG - BCBS-MI - Gen AI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$113,430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$113,430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Craig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76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ID-00475176 on 2026-06-30 for MERCK &amp;/5691314 via TD SYNN/RE-STOR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Carolyn Prono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6/29 LOST EU retired machine 6/2 STRETC…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Filenet Content Manager Connector 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Vasu Sabbavarapu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2026-07-12 for HORIZON/1005444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Lauren Monahan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3/13: LM to work with Bill Toscano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Abbott - IBMC Content Services Agents -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Mahogany Mead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 Promo - ACN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Miten Bhagat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FABRIC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Sterling Managed Services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W (JOHN) BAKIS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 JB. WON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Opex DQ EHS Project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ANGELO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ID-00253373 on 2026-08-15 for NASCO/6505349 via TD SYNN/LOGICAL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$11,242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$33,727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Marlene Gallagher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6/8 STRETCH quote sent on RC 4835512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ID-00253863 on 2026-08-18 for NASCO/6505349 via TD SYNN/LOGICAL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Marlene Gallagher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6/8 STRETCH quoted on RC 4835512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Renewal-Michigan Oncology QualityConsortiumArbor Lanes 1-0077568486-MaaS360 Mobile Security and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IBP CI June - Dec  2026 (Ruchira &amp; Raman)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Muralidhar Bhagavathula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76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Pfizer Connect Services July - Dec  2026 (Aindrila)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Muralidhar Bhagavathula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Osprey T&amp;A BPO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$84,527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$84,527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Delivery Manager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$55,957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$55,957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MINAS (MINAS) KOULISIANIS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Everbridge - API integration from HR Data 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Digital: AI Ready Data for Enterprise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12/9: Presented IBM's POV on AI Ready Data and how it c…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Expert Labs Watsonx.data intelligence - DPH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Darshan Patil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5/19/26 - Awaiting client next steps, quote is prepared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Cyberattack experience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(06/19/26) Hour Customized X-Force Cyber Range Business…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RAPID Catapult Wave-2 Applications Decommission - REL 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PCR - Commercial - Finance Consultant Phillip - Ext 8/14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Kenvue HR watsonx 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12/12: Met with Michelle Watkins (Head of HR Digital)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watsonx.data / Intelligence / Integration - Merck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2/3: Meeting scheduled for first week of March with Ond…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 for Procurement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12/9: IBM-C working with JnJ procurement teams. Pulled…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76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Takeout/DNS Tools Consolidation. Customer owns 3 or more competitive DNS products. See "Next Steps"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Brad Wells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Entry Points: Client owns CP4AIOps - Engage your territ…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Aspera - China Node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F Carrieri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10/1: wkg;get w/ M.Eng/IBM;  tt Marian on7/15;  IBM Pam…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Pfrontiers &amp; AI Enablement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Clementine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Toppa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SigniFi Finace MDM HPT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nGPS Value Optimization Support Services 2026 (Chirag &amp; Shubham)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Muralidhar Bhagavathula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 Time S4 - SAP APO SNP Lead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T&amp;E Compliance Tool Implementation - Alternate Plan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$219,648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$219,649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-Revenue Management Support Strat Hire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 Mgmt, PMO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Caroline Hall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7: Verbal move forward from client. Providing SOW…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Marketing Validation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 8 – Contract is pending with procurement for signat…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76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Blancco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Niels Engberg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4/23: The Blancco service already exists in the catalog…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Basis Datasphere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Saravanan Rengaraj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MODA Application Support 2H2026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ANGELO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ADC Veeva CRM CoE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 8 – Contract is pending with procurement for signat…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RecoverPoint Onboarding - Global - 6x Sites - PTTS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Galileo PM 2026 delta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DMND0005205 – Brazil – Tax VAT Reform – Phase 2 (July/Aug Release)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7 - Won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$21,082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$21,082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Brands LLC-0077644290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Krish Thakur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 – Low Risk: Sent out a follow up email to client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Broadcom replace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$2,290,908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Emily A Eto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Indicative Bus. Case and art of the possible solution 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 Aggregate Report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3/16 : Engage in client discussions for the CGS asset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DT: PMO Change Mgmt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$303,088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$303,088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Caroline Hall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76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Kenvue - Guardium Data Protection for SAP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3/9: NS- WWT to socialize generalized pricing and solut…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AI Ready Data - .data/wxO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3/11: Mike Morelli is targeting discussions on AI ready…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Guardium for DLP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3/11: Working on initial requirements internally, sched…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Capacity Stable Team GV-GC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 Custom Reports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ID-00220899 on 2026-05-13 for HORIZON/4364127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$20,656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Vicom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REALP2SA: 2026w23_CC_JOHNSON &amp; JOHNSON SE/DB000G17-US_SLC: SABA7_Cognos Ana v11.2._Sev 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2026w23_CC_JOHNSON &amp; JOHNSON SE/DB000G17-US_SLC: SABC9_Planning A v2.0.9_Sev 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CI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CI Lead - 2H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EWM - Solution Architect - 2H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 AskProcurement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12/12: Working to re-engage client for actionable next…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76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Renewal-JANSSEN PHARMACEUTICALS INC-0077587705-Cloud Public Subscription (Cross BU) Withdrawn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$824,670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$824,670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06/26/2026. PENDING; PO Received, and order submitted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Renewal-JANSSEN PHARMACEUTICALS INC-0077587705-IBM Cloud Premium &amp; Advanced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06/26/2026. PENDING; PO Received, and order submitted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 REALP2SA: 2026w24_CC_JOHNSON &amp; JOHNSON SU/DB000G17-US_SLC: SBIA7_Engineerin v9.7.1_Sev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ORO- Intake &amp; Orchestration SAP/Ariba - 2026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Srinivasarao Koritala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ABT-Legal-Onsite PM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Nutrition Mainframe Modernization Discovery Phase with ARC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IntelliMagic Vision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Brent Bradshaw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6/12:  POC is in motion, positive progression and feedb…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Client Zero - Accounts Payable BPO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GBS re-org announced, budget numbers are being 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Regulatory Submissions -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R&amp;D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Toppa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Direct Procurement Analytics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Pending LCP reconnecting with the client on the opportu…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FY26-Pfizer-PCR01 FUSE–Catalog and NLT4U Squad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76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AI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Jenn Booth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Add b7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S2P AI Strategy &amp;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Caroline Hall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R&amp;D AI CoScientist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Project and Enhancements - 2H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Saravanan Rengaraj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Rubrik Onboarding - Kings Cross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PRIME Offshore PM_PCR01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Taiseer Chirakkal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ICS VM Creation across 29 Manufacturing sites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76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Factory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Naser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Kenvue Brands LLC - Sterling B2B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F Carrieri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7/11: tt to Nathan, may need expansion? for CMR1061130…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BI: Dynamic Targeting support Q2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Tiwari Shraddha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NASCO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Shoba Anantha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07/06 - NASCO leadership interested in Bob-a-Thon. Comp…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Need to collect overall feedback on the current…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4 - Commercial: PFA PMO (Q3)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David Jensen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7/9 - DJ - Client is budget constrained. Revert back to…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power platform workshop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Debra Aliberti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PRJ0015314 MDM Symphony changes -PCR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CMODoC_BCBSM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Shoba Anantha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07/06 - SA - Closing Lost. Product pulled by Prod Mgmt.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$4,666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Kristina Moreland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Program - S4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76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Sunil Chadha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HEALTHCARE SERVICES INC-0077618420-Apptio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Shelby Ohyama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Staff Aug_June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Sunil Chadha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SA#0077625754 - DIRECT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4.16 - emailed customer contacts the copy of IBM System…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Adam Goulet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Commercial: PCR4 - Pfizer Creative Excellence Extension (KG) - Jul 2nd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Awaiting Updated PO.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Upgrade CMOD to Content Cortex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Will Montague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ITOPs RBS Monitoring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-$881,203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-$881,203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 Moore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4/7 KH Preparing Defender update for Horizon.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Kaleb Mekonnen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NS: Meet with customer face to face to discuss MQ on Co…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Contract Restructure- 2026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Digital Managed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76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Testing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 Device ECC to S4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Christina O Redd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HR Operations Roles - Lift Shift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Kimberly Morick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Services - CDS RFI Ph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$2,162,434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$2,162,435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Jun30- have signed sow but waiting on PO issuance from…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ABT-BTS-EIMS-002 Terradata Upgrade for EIMS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$2,073,948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$2,073,948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Fleet Operations RFP for AI Transformation &amp; Operating Performance Optimization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Ariba OUS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Matt Langer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Kimberly Morick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- Archetype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Vipul Goradia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76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Brownfield Phase 0 (PoC)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Sridhar Gururaj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Please include Robert Mallard and Sri Deekshitulu as pa…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Application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Global Commerce Rollout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SAP Advance Financial Close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Corey Olson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- Hashicorp Vault, Radar, Support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Helen Cottrell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SMR : CMO Platform Support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 Administration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MDG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MDG Upgrade is pushed to 2026. Moving the Opp out to De…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Scanning RFI (MVP Phase)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6/18: RFP response in-progress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6/18: Active client discussions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76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JULY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 Data Migration Extra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Jun12- Abt business is determining priority for this pr…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7: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Innovation - CFO Dashboard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Oxbryta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05/05: Mike Osterbur - Director has requested MuleSoft…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Adoption - Digital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6/25 Sri Ganti - Sr. Manager has let us know Canada is…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US POD Extension ( Jul-Dec)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June 26- SOW with Abbott for signatures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Enablement - Training &amp; Change Management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$326,710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$326,710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 8 – Contract is pending with procurement for signat…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in Quality and Regulatory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Sridhar Gururaj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Please include Robert Mallard and Sri Deekshitulu as pa…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JJ_IBM TIME AMS SAP PP QM S/4 Support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Approach and Playbook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7: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76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GenAI for ADC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Working on a SubK with Writer for the first phase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WriterAI for ADC - US Marketing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Working on a SubK with Writer for the first phase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US Marketing Omnichannel Strategy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Sam Yeung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5/5 -- David Johnston (ADC US Marketing) is looking to…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CGS POC - Safety Agg Reporting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Jun 25 – Contract submitted and is pending with procure…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Adoption - Biz Analyst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6/25 Harry Vallejo - Sr. Manager has let us know Canada…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SAP Technical Architect - Engagement Manager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Sam Khan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Data Pipeline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Frank Morphis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JULY 2026 - Additional Projects, Staffing and Overtime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Sriram Raju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Janie A Petrosino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of 76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Zero Copy Abbot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identify use case with clients, demo the product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CarePath/withME CRM Service Cloud Voice vs CX One Phase 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INDER DEEP SINGH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Pending withME RFP issue, expect this will happen in la…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RMCR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$85,882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ANGELO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Network Analytics - Data Pipeline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$79,966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$79,966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3/27: SoW in-progress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Migration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SHIN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Backup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Zach Meier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6/9: All use cases proven, Code handed over. We are bui…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2026-07-"Renewal"-CAREFIRST / BLUE CROSS BLUE SHIELD-US-0007018824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IMM FRM Data Reporting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$51,082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$51,083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Cristhian Gonzalez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of 76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Capacity Stable Team GV-GC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JJ_GAMS_Vision Care SAP CRM and BW Dynamics and Osprey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Ecuador – “Gran Contribuyente” Legend in SAP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GC- 7/7 Quote was sent to Arrow, reached out to Amir fr…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Extension-July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POCN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Tririga Additional Server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7/14: PO has been processed at Customer side. We will 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 IBM Cloud - Expert Labs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7/9/26 requesting update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Maximo upgrade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Jeremiah Carroll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JJ_GAMS_OSGT L1.5 Support - ERP AM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2026w09_CC_ABBOTT DIABETES CARE/DB000046-US_SLC: SBIA7_Engineerin v9.6.1_Sev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Contacted person that opened the support ticket and cli…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2026w25_CC_MERCK SHARP &amp; DOHME /DB001S5E-US_SLC: SABC9_Planning A v2.0.9_Sev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 of 76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HORIZON/0071393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2026-05-05 for HORIZON/4364127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Vicom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IT Modernization &amp; Sustainability Use Case - ENVIZI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Lori Capobianco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has submitted RFI and we are working with the 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 POD-2026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Descope POCN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SHIN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Abbott.com Phase 3 (oUS May-Aug)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$1,523,437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$1,523,437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Merck - Appian Requirement - Commercial Area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4/15 - Follow up meeting to be scheduled with the clien…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Marketing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July S = R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External Supply AI use cases Semester 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$342,900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$342,900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6/24: Duplicate Opportunity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Amira Alfa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watsonx.data integration MOD 0007102718 062026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$155,056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Connect with Expansion Rep (See Opportunity Team)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of 76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Identity Access Management IBM Verify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Khushboo Sarda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9/23 KS to re-engage new CISO, 3/23 OKTA is IAM standar…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Siva Doguparthy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2025-26 Architectural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5/5 Harry Vellajo Manager US HBU has requested we evalu…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US Power IBMi DR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Abbott will move a DR environment to Virginia in mid-20…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Verify Extended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needs extended support for Verify Access that is…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NHK - RPG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Nhk International Corporation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Gyumin Lee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6/5: GL followed to receive feedback on the Bob trial.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Software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Cheryl Bertini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8/25 - JA reached out to BP for context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FAILED ENTITLEMENT Sev3 TS022192397 8961-F78-783111Z HWMA SAN b-type Collection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Lauren Monahan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5/21: Customer confirmed they are using Broadcom suppor…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Platform - L &amp; 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Pfizer-PA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 Harag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Attended Conference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LIMITED-PA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 Harag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Merck - PPM Extended Hypercare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$94,225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$94,225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Arlene C De Leon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 of 76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– Addition of Predict Module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Frank Morphis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- QBR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Hatch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6.2 Ben C working on process to include in June signing…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GEO Optimization Features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Continuous Engagement over H1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documents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Miten Bhagat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Hong Kong Manual Plant Set Up at China GBA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PCR-2- PD-009868- Lease Management Replacement- Nakisa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S/4HANA LATAM Cloud IaaS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6/17 AH: Not as top of midn with the client now, more w…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 13 – Aligned on scope and working through the appro…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Elevating Cybersecurity w IBMT + IBMC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(04/01/26) Pushed close date to align with 2Q plays — Q…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Elevating Cybersecurity w IBMT + IBMC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(04/01/26) Pushed close date to align with 2Q plays — Q…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Elevating Cybersecurity w IBMT + IBMC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(04/01/26) Pushed close date to align with 2Q plays — Q…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 of 76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Elevating Cybersecurity w IBMT + IBMC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(04/01/26) Pushed close date to align with 2Q plays — Q…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FY26-Pfizer-HRBPO-Workday OCR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StreamSets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Streamsets demonstration completed with IBMC.…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 Expert Labs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Leveraged tiles for initial scope, there could…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ASKHR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Quote and FOL has went through procurement and is…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5.28 design Db2 z/OS Data Sharing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7/6: Initial technical discussions completed. Client 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Pfizer integration team is requesting quote to tr…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Collaborate360 SAP Build WorkZone Developers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Rajesh Nagle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[AWS] J&amp;J (Innov. Medicine) - watsonx.data intelligence - DPH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$343,440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$343,440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6/18: Deep dive on .data intelligence completed with CB…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of 76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Guardium for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12/9: Met with head of EA and VP Platforms who owns Gov…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PCR_PO 4000203866_DMND0004975-EPD EMPOWER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Governance (MSD)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3/30: Demo scheduled with AI gov task force team for ag…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Planning Analytics - HR Workforce Planning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did not move forward with RFI / RFP process. bus…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7/15/26 WK: Data dump provided to IBM support this week…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ABT-Data &amp; BI ExFactory Onboarding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IM R2.2 &amp; R3.1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DTS Veeva Exp Factory Onboarding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$2,666,482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$2,666,483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 Card Co-Create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7/1-2 Final AMS Renewal RFP workshop including this con…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Nicole Smith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Transformation Evidence/MedAffairs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INDER DEEP SINGH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 of 76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PDLC Implementation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Nick Kamireddy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AWS Cloud Migration - Assessment (Phase 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PQC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Sandip Panigrahy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6/22: Shared initial draft proposal with the client 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Implementation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Manish Loomba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6/9/26 slow moving, no progress yet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Enhancement Factory - wxO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Abbott is re-imagining delivery practice, delayi…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CA for Merck - Ansible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3/9: Rob Willis (Exec Director) cyber engineering wants…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INCPFIZER PHARMACEUTICAL-0077637303-NS1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Jocelyn Varela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5/27 - Submitted bid went to Arrow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Patient Services Infinitus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jw - Abbott Hashi - separate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Jeremy Wortham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Migrate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03.16 Db2 Migration – Power Proposal for Advise, Archit…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Microsoft Support)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Niels Engberg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4/22: Working on scheduling a call with vendor manageme…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 of 76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Oracle takeout with EDB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12/12: working with Enterprise DB on oracle takeout str…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Oracle Takeout - EDB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12/9: team working on BVA to share with the client on 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Contract Renewal - August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$2,081,643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$2,081,644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Cloudability renewal, momentum team engaging - 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with BP Persistent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7/9/26 reworked the numbers yesterday ( asked Persisten…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Renewal-LABORATORY CORPORATION OF AMERICA HOLDINGS-0077642364-Cloudability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Renewal-LABORATORY CORPORATION OF AMERICA HOLDINGS-0077649728-Cloudability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Finance - watsonx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3/9: watsonx and broader CZ briefing completed 10/20 wi…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watsonx Orchestrate - Agent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3/3: Meeting scheduled 2/10 with Steve Wallin and David…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AB-AQR-001 Abbott Quality Management - DW &amp; Reporting Solution -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 Card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5/20 Meeting with Heather (CIO/VP Ops) &amp; Jennifer VP Ap…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AURA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Subhajit Roy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Expansion to New Use Cases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 of 76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Call Center Automation - Pilot with Google/Egen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Infused Knowledge Management System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Deepa Nair 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 Portal (PRNM)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5/20: Presented QTC Data Assessment and Proposal to Hea…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Mfg 4.0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Procurement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Performance Agentic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$376,666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7/1/26 PLN: sent new pricing spreadsheet and have meeti…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Bob - All IBMC Opps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NS: UC 1 = presenting Claude vs. Bob competitive…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REALP2SA: 2026w28_CC_ABBOTT LABORATORIES/DB000046-US_SLC: SAIZ2_Rational C v8.0.1_Sev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 for PA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3/9: Adam Havas group in M&amp;A is getting additional head…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wxO for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watsonx is already baked into Apptio native AI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Mainframe network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Niels Engberg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3/24: Meeting with mainframe service delivery team on 3…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 of 76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WxO on IBM 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6/15 AH - SaaS and Hosted options are being explored,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Instana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Bhaskara Datla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Convert current Instana SaaS usage into expanded footpr…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Account, Brand, and Annuity team building out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Modernization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Need to get new configs from client to send out an…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Flexible Service Unit for Build on IBM Z and LinuxONE D11Z6ZX 6911-2FB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03.16 SOW delivered to acct team and strategy being fur…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(Client Zero)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 Cost is to high for the client. Keeping op open as…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Growth 2026 #2 -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$46,662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Charles Lucas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Walter Byleckie Jr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AH: Reached out to the BP again to see if this is v…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Procurement BPO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Per the client - Opp on hold while HR stabilizes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 2027 - Cloud Migration Cross-Digital (Rubicon)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5/22 - Program is dependent on SAP RISE decisions with…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Egen Gemini Enablement - SOW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Cloud MedDev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 of 76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Hyperscaler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$1,874,448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7/14/26 RP: Pfizer working through comprehensive analys…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SAP RISE Workload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AH: Working to get the BOM sent to SAP so that they…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 Environments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$1,678,413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7/14/26 RP: Pfizer working through comprehensive analys…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AI-driven Print Optimization &amp;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Global BI Migration to Databricks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VMware optmization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Gemini Co-Scientist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Application Migration (AWS ProServe)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Specialty BU AgentForce Process Improvements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05/19: Clark Wilson - Sr. Director is in discussions wi…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7/14 - Sampath Chaparala Sr. Director needs a proposal…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- International Partner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5/5: Andrew Schmitt Director International Commercial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29 of 76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Web Methods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for EUMDR reports -POC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Dimitris Alevras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Abbott AWS Account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Biz Go Live Microsoft Partnership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6/17 - Aligning with Microsoft on ECIF funding for GENE…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$278,401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Abbott is not getting a good deal from Teradata…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for Quality Roadmap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Mahogany Mead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Define scope for a use case MVP to demonstrate IBM spee…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IND (CMC)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Juan Rico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Services Infinitus Integration Expanded BUs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06/25: Neha Gupta - Director has requested a ballpark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Garlapati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July 7- SOW pending Abbott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Ask HR TAM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Meeting with the client 7/16 to go over redlines an…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RMDx Informatics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Feb 27 – Put on hold until 2H 2026. Will followup with…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30 of 76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Working with Fred to price out Mainframe Storage 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Microsite #1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Continuous Engagement over H1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 - Symphony SCM Staff-Aug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Need to work with Justin and team on follow up mee…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Cognos Upgrade for Global BI and PARIS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PD-008515 - Symphony Data to DART - PCR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$41,317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$41,318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PS Primary Care Hub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05/28: Mike Osterbur - Director has requested a ballpar…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 VTL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7/14/26 RP: Still a concern about using IBM v7.x for JD…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Sterling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Meeting with the client 7/16 to go over redlines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MONIRUL ALAM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31 of 76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Proc BPO - Agents as a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Led SDLC - Finance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SC_Planning -Procurement Re-engineering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Original opportunity owner on leave; working on more ta…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Cybersecurity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and AIOPs Cloud IaaS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 AH: Plan is to work something out with consulting…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Abbott_IWA_PVS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is the main opp: 006gR000001VwiHQAS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Comms Support 3Q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T (Nyker) Sheldon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TELSBP AIX Power DB2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Eric Maschhaupt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04.04 design BPE for 12mo RE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AB-CDxDW-002 Abbott Core Diagnostics Data Warehouse Refresh -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AB-BTS-COG-001 Cognos Upgrade for IBM Manged Environments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 of 76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SA#0077634461 - CHANNEL - Distributor Site #0685406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closing as duplicate of correct rebill order - https://…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SA#0077679098 - CHANNEL - Distributor Site #0685406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6.8 MA - Quote requested from Partner. ES ticket for qu…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ABT-COM-CS 001 ADC Contact Center BPO and Optimization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HORIZON BLUE CROSS BLUE SHEILD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Lauren Monahan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6/8: Nalanda confirmed they will be migrating over next…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Led SDLC - Finance &amp; SC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Mainframe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IGRM Operating Performance Optimization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Taiseer Chirakkal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 ​Improve Membership data flow latency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Week of 2/16 finalize business case: Week of 2/23 Revie…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AURA : Support 2026-2028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Abbott.com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MDM Data Architecture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Dom Cottone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DT GenAI Search Pilot to Production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33 of 76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Amira Alfa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5/26: ENvizi RFI Responses due on 5/27/ Working with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5/21: SoW in-progress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BCBS of NJ DevOps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Johnny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Client reviewing two options for this PCR; 7/14 - Per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Brands LLC-0077563112-Sterling Data Exchange SaaS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LOW RISK 3/11 - Quote sent to client during request for…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Brands LLC-0077563112-Sterling Data Exchange SaaS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Aug 2026 - Additional Projects, Staffing and Overtime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Sriram Raju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Renewal-JOHNSON &amp; JOHNSON HEALTHCARESYSTEMS INCFCT 9-0077626484-Sterling Data Exchange SaaS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AR on ID-00193319 on 2026-05-31 for BLUE CR/0859722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Giulia Giammanco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2/16/26 JT - Auto Renewal, passing to Julie Giammanco.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LABORATORIES-0007011428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6/11 low risk - this was quoted w/ another off-cycle 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DataOps Team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Samir Nasser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Meet with the customer again to show how we might be ab…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34 of 76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J&amp;J- FinOps/TBM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Meenakshi Patil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 for NS1 - Translate OCI DNS Zone and traffic steering features over to NS1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6/1: Customer does not want to purchase Bob for managin…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2025-12-"Renewal"-BLUE CROSS &amp; BLUE SHI ..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 Beddow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 Factory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ACN Phase 0 Emerging Technologies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Datta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Autonomous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Actively trying to get a follow up meeting wit…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 AI Consultant Staff Aug Requirement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FY26-Pfizer-HRBPO-Data Privacy Bot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35 of 76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CareFirst-Fusion Data Services Platform-RHOS Virtualization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Carl Van Fleet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1/16-CVF-BP TBD-Fusion to modernize VM environment wher…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TEL Maximo VegAM Vegitation Asset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Christopher Boardman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10/1 call 10/2, 9/12 OI VegAM Shawn DeeBo 15Sept.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Medical Device R&amp;D - AI Product Development Services - PCR 003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Christopher Boardman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5.27 - Signals from Procurement/Business Stakeholders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Quantum Safe - Guardium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$488,599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$488,599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Gerome secured 500K for consulting and Wes recom…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for DR - Initial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Kimberly Aufiero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 TSL/ATL meeting with Veronica/Wendy of BCBS June 1…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BCBS-MI Db2 Genius 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 Beddow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Meeting with Lakshmi to understand DBA paintpoints 4/29…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 Beddow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Review Account Insights, validate Kafka usage with the…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Db2 Upsell Opportunity (Engage the Base)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Box Consolidation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5/4  - working on setting up a call with Mike Penhollow…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powered Test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Mohan B Krishna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Integrating Digital Workforce and Building an AI-First Culture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Naser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36 of 76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 for OnPrem to Cloud Strategy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Ann Marie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6/19 - 6/23 meeting will determine execution by Horizon…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 Lakehouse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$311,897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 Intelligence_AI Governance_AI Tools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Opty Sponsored by Nisenbaum &amp; Scardaccione. Foreca…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 Integration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$38,901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$187,575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 Security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$26,557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$128,048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M&amp;A Services for EP&amp;S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Sterling B2B Integrator + B2B Framework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$46,666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Ford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AI Legal Insights &amp;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Brands LLC-0077644290-NS1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Krish Thakur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 – Low Risk: Shared Expansion Bid #21756059 for the…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Veam Archiving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DIDIER (DIDIER) LEROUX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Lapcorp - Snowflake augmentation/takeout with watsonx.data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Met with the VP of applications and sent the infor…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Confluent (better together)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generated by WW Sales Leadership. Scroll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37 of 76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Cleveland Clinic Cloud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Spencer Korn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J&amp;J Client Zero - Enterprise AEM &amp; workfront for Content Management across Brands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Jenn Booth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4/24 - Took is Brian Appelgate and his team to dinner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AA: Requirements received. POC to kick off 7/13.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DePuy Synthes (Orthopedics) Separation | Expert Labs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Internal calls ongoing to figure out what we pr…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Healthcare Services, Inc.- IBM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$158,665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Shelby Ohyama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5/1: 150k NACV, B:Y, TW: N, Sree wants to wait until mo…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integration incumbency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Included and proposing as part of the overall ent…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7/15/26 pulled back into September at Khushboo's reques…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7/7 AA: POC active. Proposal delivered to Steven Yacker…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2026-09-MidYear-SaaS Renewal-ABBOTT LABORATORIES-0077612138-Instana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Debbie Partee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cc: multiyear renewal due 2028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Confluent (better together)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generated by WW Sales Leadership. Scroll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AskHR Proof of Value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Naser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Confluent (better together)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generated by WW Sales Leadership. Scroll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38 of 76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7/11: RFI submitted, client confirms budget and IBM as…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z/OS Connect EE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Diego Ortega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Integration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$4,456,920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Tami Remien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6.15- Client requested updated proposal last week for 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wx.gov SOW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6/2/26 Original engagement still under way, possible ex…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7/6: Technical deep dive completed. Working on internal…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Data Product 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12/11: working on re-engaging with client on DPH needs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[AWS] J&amp;J (CBT) - watsonx.data intelligence - DPH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$343,440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$343,440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6/18: Working on delivering pricing proposals to J&amp;J. W…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 Guardium For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12/9 - Met with Frank and Damien where they expressed 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Ace Integration with Rabbit MQ - Expert Labs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Darshan Patil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6/4/2026 - This engagement is being added under another…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CDS Application Rationalization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Mike Hoeferlin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0622.MFH.NS: Scope/Price non-CAGEN. Bill A. team availa…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Privacy Group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talking with current AI gov sponsor, new use case…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39 of 76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7/14: RFI submitted to J&amp;J 4/20. Demo completed 5/18,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Review Account Insights, validate Kafka usage with the…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IKC/wx.di - Collibra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5/18: Pfizer exploring IKC as a takeout to current incu…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 for Finance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3/11: set up monthly cadence. Put together watsonx brie…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FinOps - Kubecost - Innovative Medicine side of business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F Carrieri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7/7: engagd GSI Accenture &amp; wkg w/TSL - CFO mtg; need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 Orchestrate - Procurement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would fall under RFI pursuits, so going to manage…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watsonx.data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3/26: Presented watsonx.data to Pfizer under premise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Broadcom swap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Brent Bradshaw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4/17: Mike (VP) and Bill (Dir) reviewing Broadcoms rene…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 - CareFirst/FEPOC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Frank Fillmore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$478,400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Spoke with Chris Thompson, postponing due to LOB 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Digitization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Close Co-create engagement by 7/10; Begin Co-Build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GLNS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JONATHAN E (JONATHAN) PUGH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 of 76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for Regulatory Submission Proof of Value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P Curci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Conduct detailed scoping session with client in early J…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Expert Labs - Trade-up CP4I with EDI team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Pragma driving this, requested update yesterday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ACL Subfolder Permissions Update - NAS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Automation Support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Brocade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Niels Engberg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5/22: working with the acct team to schedule meeting wi…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 "Flows"_Better Together. Enhanced Resource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See RIA Seismic for Seller Deck, Client Deck and Demo:…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Guardium Vulnerability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2/23: Team met with Frank Lei (current Guardium sponsor…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Kenvue - watsonx - Pediatric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5/27: client is working internally to define success cr…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Confluent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5/21: connecting with Confluent team to understand curr…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MDM reinstatement for BCBS MI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Kristina Moreland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ODM &amp;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7/14: Agentic AI workshop done. Agentic AI workshop com…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- Successful demo completed, but customer wants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41 of 76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FEPOC Guardium for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7/17 -  Lunch and Learn completed with Architecture tea…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6/3/26 Jeff at peelers says they're still pushing for 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Mayo Clinic AI 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Mayo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Spencer Korn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Final T&amp;Cs under review. Close target Sept 19.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 Procurement &amp; Sourcing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Reviewing security parameters with security and 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I've identified and got connected with Arul and wo…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Watsonx.governance Expertise Connect or Management Essentials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7/10/26 This will possibly drag to Q4, if it happens.…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Helix Services +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7/16/26 No movement, possible action with the renewal 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Confluent for Safety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working to define use cases for safety group. Met…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EPD Data Rework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Sunil Chadha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|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Shoba Anantha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CareFirst-Defender-Modernize Data Protection with Cyber Resiliency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C (JOHN) LENTINI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1/23-CVF-BP TBD-Defender to modernize current DP enviro…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42 of 76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Jayant K Joshi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Schedule strategy workshop (s) to define a) business KP…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Services - CDS RFI Ph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Phase 2 is dependent on a successful phase 1 which is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Data Governance - Commercial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Jenn Booth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Debra Aliberti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6/9/26 Monitoring Anisa's SW opportunity for developmen…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Cloud Pak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Submitting to have an SA added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Axway (IANN)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$444,751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$444,752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5/15 Finalized quote has been sent to LabCorp. The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2026_Labcorp_sRenewal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Justin Griffin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2026_Labcorp_uRenewal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$5,853,000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Justin Griffin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JG - Next weekly progression meeting is 7/7. Will have…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Diamondback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C (JOHN) LENTINI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3/9. Peter Coliukos, VP of Infrastructure. Potential to…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joined by Kyle Freeman from IBMC and Becca Sha…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CP4Aapps Adv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Customer has CP4Apps that can be modernized to CP4Apps…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43 of 76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- Lightspeed PoC has been completed. They're are…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Following up with Blake Taylor and Steve Ragan, no…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EDB for AAP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7/2 - Connected with Ana Goodwin (RH rep), still buildi…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Guardium Data Protection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Vasu Sabbavarapu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DBA HORIZON BLUE CROSS BLUE SHIELD OFNJ MOD B2B Integration 0007019543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Informatica + wx.Data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Exit - Postgres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MANAS PANIGRAHI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webMethods MFT Customization and AMS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THOMSON CHACKO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Service Delivery Center Expansion 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$2,475,114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$2,475,114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BALMUKUND JHA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Moving the opportunity to Q3 as the client is shifting…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LOG EWM Global Initiation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JONATHAN E (JONATHAN) PUGH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44 of 76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Axway (Sterling) 2 SOW Part of the 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$1,459,474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$1,459,475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Working with the team to make sure this is part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 AI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6/23 - Discuss potential to take on standard marketing…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Workload Automation (IWA) Migration- IBM C Testing Phase-1-4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Strategy Extn.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6/28- Dave K mentioned that C360 approach is currently…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Apr'26-Dec'27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Development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6/28- Dave K mentioned that C360 approach is currently…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Continuous Engagement over H1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Q4 - BCG - BCBS-MI - Gen AI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Craig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 MD Run Estimate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Workload automation - Replace AutoSys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 The first part of the DEMO went very well. They…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 DEV - Application Run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45 of 76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APIC SaaS Production on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$308,160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$924,480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7/1/26 PLN: Working this through the RFQ now.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QBR - Distr Ctr MAS SaaS &amp; TEL Predict Stoppage to Meet Line &amp; OnTimeShip KPI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1/14 maybe some interest will need to reheat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Ops Automation - 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Planisware_Extension (App ID-23849)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Product Automation with Consulting Assets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Prakash Ramachandran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4/15 - Follow up meeting to be scheduled with the clien…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 Content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Main stakeholder has confirmed that there is executive…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Execution -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Ananth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6/28- Dave K mentioned that C360 approach is currently…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SHigher-priority work is complete; this prio…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(07/17/26) Higher-priority work is complete; this prior…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SOC Operations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46 of 76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GRC (Archer)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Identity &amp; Access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Koehler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3894 - Abbott - Querétaro EP Mexico Site-Managed Services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Offshore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PWO 2025-059 - VPENT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Internal Benefits Assistant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7/17: - will be revisiting after close of ELA Renewal.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Verify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6/16/26 PLN: Going to be discussed in our proposed solu…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Hashi Vault + Verify ,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 The new Security lead is starting on July 13 at 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- Q3 2026 - Additional Staffing - Managed Capacity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VINOD SUVARNA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PRJ0014488 - ADC Catapult integration for Arvato Italy 3PL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$189,632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$189,633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Onshore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Concur Consultant (KTLO) Staff Supplementation Jan'26-Dec'26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47 of 76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 AN Global and SumTotal Global Run Estimate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Custom Applications System Admin_Support_Estimates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based Fraud Detection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Concur PM -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estimate for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3586_3587_3588_LABXEPD Hannover_Colombia QC_PDD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LabCorp_Expert Connect Subscription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Acosta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7/13/2026: LABCORP SP: Alan Neighbors BP: PELLERA (Hal…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ARIBA CoreDx New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PR-25770 - First Sale Rule - BPCS Adjustments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Sovereign Core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Bhaskara Datla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estimate for MES Databases (Oracle)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48 of 76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Incremental RUN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ADC - IWHI API Portal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5-1- GC Customer not pursued since March, will re engag…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Replacement - Nakisa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Azure APIM_Support price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Frontify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 (Complaints)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(App ID 17812) - EMEA Run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eNOVATOR_Support Scope Increase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- 118_RFC 964_SPID 23223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PR-25621 TAX MATURITY - DIAN FIELDS FOR TRACEABILITY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Support_API Migration Support cost_v3.0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49 of 76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ORACLE Server Support (Set 15)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EDC Locus Applications Support 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RFCs)Oct25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Estimate for new application (Regula) for AN Israel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TMS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Solman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ideaPoint - Investigator Initiated Studies (IIS)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Related - PD-009868 - Lease Management Replacement - Nakisa -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ROHIT GOEL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3437, 3420_DBA Oracle Server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TPM access Database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918. CORP- KTLO Run support for OSI PI – LCSO (SPID # 7279)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Run Support for Brand 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50 of 76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Support (Set 17)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 CoreDX WMS EDC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Virtual Tax Office - VTO (App ID: 4857)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PR-25757 - BOBJ Symphony BW H40 Report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 Upgrade Run Estimate (2nd Batch)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PRJ0015319 - PR-25769 - AN - SAP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WatsonX.Data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Submitting to have an SA added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Support (Set 14)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(SPID 5968) from IBM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RFCs_3496, 3416, 3453 _DBA SQL ORACLE Server Support (Set 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70 Descope Adest (App ID 2430)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3680-Partial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-$10,058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-$10,058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51 of 76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3317_ Reduce support level  6056 - Warehouse Control WHCT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3677-Partial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3678-Partial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-$16,120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-$16,121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3896_De-Scope SPID 13059_13263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-$34,794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-$34,795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3327 Descope - Mentoring App Oracle DB Support SPID_1376_17603_3589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-$39,357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-$39,358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3676-Partial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-$58,484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-$58,485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3681-Multiple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-$62,148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-$62,149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136 -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RFC_3306_Reduce support of eRCE from Standard Critical to Fix on Fail (850)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-$93,831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-$93,831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3683-Multiple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-$103,255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-$103,255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3877 – Application is Descoped from IBM Support for (App ID: 22414)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W1 Malaysia Staffing Changes /Credit to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52 of 76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10B(LABx Credit Adjustment)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 for Multiple aging RFCs (LABx Credit Adjustment in DBA Tower)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&amp; WebLogic Migration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DBA HORIZON BLUE CROSS BLUE SHIELD OFNJ MOD Application Development 0007019543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$466,998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$2,251,691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OI - WCA for Ansible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Sarah Manning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6/16/26: Need to check with Khushboo and Justyna if we…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Cloud Satellite Fusion HCI - 40x+ Remote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4/23/26 RP: EDGEx RFI with Red Hat team, IBM Storage, 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ABOTT Staff Aug 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 Ling Lee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Imperva Take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Part of the overall ELA conversations and Guardium…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Urbon Code - Deal Reg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Joe Fitzpatrick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SevOne - Network Performance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Briefing scheduled for 7/16 5/26 Network team busy…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of America, PPA 40199-7817527, Watson Applications, ZData Integration 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Gerry Hernandez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LabCorp-Guardium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Met with the CIO and CISO at One Madison ahead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53 of 76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C-Level sponsorship for an accelerated POC after 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David Graham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0702.MFH.RS:Time Shrink of 2M Approved. NS: GreenStar.…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$46,155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Curren Katz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ELM - Deal Reg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Joe Fitzpatrick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Lifesecure Insurance (BCBS MI): Watsonx Orchestrate/Watsonx.ai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Shoba Anantha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Not BCBS Michigan company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Databases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$1,269,044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$6,118,824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watsonX.data Integration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LABCORP:  DIAMONDBACK Deep Archive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Robert Acosta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07/13/2026 LABCORP SP:  TBD/Bill Anderson BP: PELLERA (…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Application Integration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$1,212,911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Watsonx.gov for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In the process of an accelerated POC with Chuck, 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Concert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Working with the client for potential inclusion in…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America Holdings MOD Databases 0007102718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$77,847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54 of 76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AIOps/Operations Insights + SevOne SANO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Following up with networking team, not answer as 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LLC MOD Application Integration Indirect Miracle Software Systems, Inc. 0007018824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$279,918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Application Development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$48,869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$235,629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Data Security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Noname Opportunity - Software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Cheryl Bertini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- EAR (MNadeem)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C Livesey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- EAR (BAnne)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C Livesey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Platinum Support Mass Load - 3Q26 - CN1448263 -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(blank)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Fabric FCIP Router Refresh for Replication 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Ann Marie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Geisinger Health Analytics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Geisinger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$1,092,000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Spencer Korn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Use case finalized. SOW in legal review.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Data, Analytics &amp;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4/15: Active client discussions for scope definition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Vipul Goradia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55 of 76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2026-09-"Renewal"-SERVICE BENEFIT PLAN ADMINIS TRATIVE SERVICES CORP-0004239425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Upgrade S/4HANA to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Further discussion with client on timing. Given the Org…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TCS takeout - R&amp;D testing factory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Manoj Kenkare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Maintenance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SATISH M (SATISH) HIRANANDANI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BI: Placeholder opportunity, will be drawn down with sm…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ABT-CDS-ANI Exp Factory Onboarding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 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Laura M Donovan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7/16/2026: RFP response was successful, and we're now 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Intelligent Consumer Industries Suite for SAP Applications (DDS)-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 R Paredes Hernandez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Eugene M Jones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services for CA/Broadcom Replace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$3,110,313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Rich Washabaugh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7-17-26 SMPO Tammy, Dianne, Rich W. continue to hold we…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Remove Lag and adjust 445 calendar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KHANDELWAL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2026-09-"Renewal"-CareFirst Management Company LLC-0007018824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$2,783,297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Gilliland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56 of 76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LABORATORIES-0007011428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6/16 - low risk - presenting customer with renewal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Safety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Terrel Marks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Russell Zen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Merck_Global Trial Optimization - PROD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Venkat Rammohan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Continue to engage with the client to sign the deal.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 Pharmacy Platform Solution - NCP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Cristhian Gonzalez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Chadwick J (John) 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7/2: Multiple bob-a-thons and accelerated POC sponsored…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S4 AMS full managed services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SAP Integration suite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Letter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Venkat Rammohan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CHC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Naveen Hiremath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Working with the team to make sure this is part of…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57 of 76</a:t>
            </a:r>
            <a:endParaRPr lang="en-US" sz="1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Life Sciences Cloud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5/5: Mike Osterbur Sr. Manager let me know an RFP was c…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EvGen Headless 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6/11 Ron Segal - Sr. Director Safety R&amp;D provided feedb…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Security for ERP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$999,999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Marco Fernandes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AN-Next-GEN-LIMS-Deployment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Vaibhav Rampuria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May 5: Project delayed. Moving close date to Q3.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Abbott_ATOM_Level 1 Support &amp; Reporting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MAHAJAN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3/25 - turning over to Brian Fuelleman - 3 year road ma…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Command Center - Oncology MVP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Cristhian Gonzalez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Sridhar Gururaj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Please include Robert Mallard and Sri Deekshitulu as pa…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Door - Phase0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Margaret K (Kelly) Watson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Costing and Planning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Megan Sikora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7/13 - Arranging mtg with Doug Conn- Align with ELA 9/3…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ADMINISTRATIVE SERVICES CORP MOD Business Analytics 0004239425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EP Mexico Phase 2 SAP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58 of 76</a:t>
            </a:r>
            <a:endParaRPr lang="en-US" sz="1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MEDICAL LLC-0003082336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6/16 - low risk - presenting customer with renewal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BW 5X to BWCE Environment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Maximo - Add APM to Hexagon EAM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Stephen Rendall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6:1: Customer has requested a DEMO. Working with the  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FinOps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Russell Zen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6/29/2026 Russell Zen: opp was transferred to me on 4/2…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Services - CDS RFI Ph 1 CPES Manage placeholder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Russell Zen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6/29/2026 Russell Zen: Opp transferred to me back in Ap…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Reporting &amp; Analytics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Cristhian Gonzalez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ORO Implementation - Phase2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Srinivasarao Koritala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BI 2025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DePuy Products Inc Johnson &amp; Johnson Company - 7008236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Pipeline entry, will research and work with deal team.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Sainath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59 of 76</a:t>
            </a:r>
            <a:endParaRPr lang="en-US" sz="1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PRJ0015263 ISOTrain Cornerstone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3869_Align on Onshore Support in Symphony MDG Portfolio_AppID 2027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EMEA Rollout - PO scope 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PA/TM1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7/6 - Connecting with IBM C to identify areas of need 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PGS Veeva 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ANGELO CHUNG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-ServiceNow Moveworks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Rama Kamarajugadda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JNJ Enterprise - 4742000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Pipeline Entry Work Load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INC - 3026861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Pipeline entry, will research and work with deal team.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SAP MD Mexico Volt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 MD PM &amp; SCM.PP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- Pfizer (PGS Pfizer Global Supply) Document Intelligence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Nicole Smith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Network Intelligence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Bruno Regio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Briefing scheduled for 7/16 5/26 Network team is 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60 of 76</a:t>
            </a:r>
            <a:endParaRPr lang="en-US" sz="1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- SAP PO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Datastage - Infosphere Information Server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Enterprise - 7093000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Pipeline Entry Db2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7.16- GC Pricing discount has been approved, we haven't…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PRJ0016027 Sumtotal VEPNT CATSWEB ELHR 2026 integrations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AI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7.14 GC- CE Team is prepping AI Capabilities to present…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PRJ0015346-AV First Sale Rule (FSR)-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SAP MES POMS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ARIBA OUS Scope Addition KTLO Rated Custom Pricing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PR-24428 SAP P30 and DHL New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PRJ0016020 - Cephea Product Launch - AV SAP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Anderson Rafael Guilherme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61 of 76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We are engaging another team at Pfizer who have k…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Indirect Procurement CI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Srinivasarao Koritala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Regula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Execution Catapult Wave-2 Applications Decommission - REL 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3740_​IBM support of Five 9 validation release cycles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Solutions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Analytics Upgrade_v_3.1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PD-009987 - GES Process Alarm System (PAS-V)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AAC - Agency Access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Monday.com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LTS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$126,681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PD-009146 - Compliance Map - PFAS_POP_EUMDRHi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$126,291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$126,291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62 of 76</a:t>
            </a:r>
            <a:endParaRPr lang="en-US" sz="10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Services Patient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Patrick Mulhern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06/03: Randy Zagorin - Sr. Director has deprioritized.…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PRJ0015062- Lotus Notes Product Catalog Planning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Product Transfer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Sep 2026 - Additional Projects, Staffing and Overtime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Sriram Raju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local Tax Reports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Analytics Upgrade_v_2.1.9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Aug'26-Dec'26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Expertise Connect (CFT6JCR)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 for Kubernettes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DEMO of Turbo on Kubernettes set on July 15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RDX RM/SOLMAN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Agile (APP ID - 213)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PRJ001521 - Aveir Dual Package Execution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Anderson Rafael Guilherme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63 of 76</a:t>
            </a:r>
            <a:endParaRPr lang="en-US" sz="1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OI-Pfizer - Apptio IT Financial Mgmt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Joe Diaz at Pfizer has sent a list of questionnai…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NS1 Expansion Self-Services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Maximo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Instana-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7.15 GC- Jeff DiTusa (client) attended one Executive Me…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ESKER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SOW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PD-009973 - Core Dx Sphera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ADC LUNA New Instance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PRJ00xxxxx-LDAP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3778_Ariba APT_Support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SQL_ORACLE Server Support (Set 12)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Load-2Q25cases(CMR#0015567) -SWSUBSCR-7011428-Abbott Laboratories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$91,999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4/3 - Account team confirmed Abbott has designated Tech…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New Saas (CoreDx)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64 of 76</a:t>
            </a:r>
            <a:endParaRPr lang="en-US" sz="1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OnGuard, C-Cure, Upgrade - Ccure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Upgrade_Database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iEnvision (Scope Increase)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Manufacturing CCR - IBM_495, IBM_571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Gillcrist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PR-23680 - AN AMS Extend the Advanced Shipment Notification Functionality to MC Packaging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Sales Data Extraction (RAPID) - Five Interfaces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2026-09-"Renewal"-NATIONAL ACCOUNT SERVICE CO LLC-0007495863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$73,955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Ebersole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6/25 - Following up with Ryan Dolby/CDW to see if the c…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VPNT WINDCHILL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ALOM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PR-25221 Chile Disptach Guide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$71,069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$71,070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65 of 76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DMND0003633 - DR BPCS e-invoice Reports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PD-009895 - Ariba US Fieldglass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Veeva Quality Management_ROM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 Goods Tax for Eucador - P30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PD-009381- JAVA Stream PULL API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3486 Extend Finance CCR IBM_512 558 562  599 till end of 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PD-009111 – (Rapid)ISOtrain Upgrade/ALM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Staff Aug SAP RTR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MEDICAL LLC-0007150845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Stephanie Bonilla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6/16 - low risk - presenting customer with renewal quot…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 Expert Labs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6/10/26 customer call today, they need a month to revie…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PD9754 Brazil Tax Vat Reform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EDI Staff Aug-Job level III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66 of 76</a:t>
            </a:r>
            <a:endParaRPr lang="en-US" sz="1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Dolphin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Walmart, Walgreens, Boots - OTC Processes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230 - KTLO Run Support Enterprise API Management Services (SPID # 24187)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TOSCA Architect Staff Supplement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AMS middleware engagement project_Phase1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Gillcrist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Iterate.AI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Tim Dudas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7/16,   Working with ATL on uncovering LabCorp contacts…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AIX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Curtis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PRJ0015404-WinKQCL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EPIQ Phase3 Estimates-TIBCO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Lingo Publix+Bestbuy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$46,329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67 of 76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OnGuard, C-Cure, Avigilon Upgrade - Avigilon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MAWM RMSM Consultant (Staff-Aug)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Bizlink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PR-24817 - (phase 0) Abbott Enterprise OnSolve - Offshore PM based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Databricks and Python Developer_V2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HARISH GANGADHARANUNNI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TCGM Java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Sample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ADC EMEA Pod - Additional Enhancement Hours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ABHISHEK SARKAR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Application Development Indirect Insight Direct USA Inc 0003082336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$37,723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Hunter.Cockrel@ibm.com the Opty-Creator…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AMAPS documentation for SLC Compliance and AUDIT REPORT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7/6 - presented pricing proposal on 6/10. NS: IBM provi…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68 of 76</a:t>
            </a:r>
            <a:endParaRPr lang="en-US" sz="10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 OS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LUNA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Unity Luna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169 - eNovator (Scope Increase)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TM1 Upgrade Phase 0-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 RFCs_DBA SQL ORACLE Server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Descope applications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PD-009513 - ADK Retain Sample plant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Engineering Lifecycle Management Indirect Insight Direct USA Inc 0007011428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Hunter.Cockrel@ibm.com the Opty-Creator…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iSeries Project for BPCS ERP - MCS KBM -  AN Sligo MCS -Ignition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Phase 0 - Engineering Content Management System (ECMS)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$27,945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$27,945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Reporting Tool - Support Scope Increase_ROM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Brands LLC-0004306743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Millena Adane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69 of 76</a:t>
            </a:r>
            <a:endParaRPr lang="en-US" sz="10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Takeout/DNS Management Tools Consoldation. Customer owns 3 or more competitive DNS products.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your territory Network Management SME, and have…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119_Add Instrument Placement (App ID 24170)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 upgrade project -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for CSRD Scope 3 Implementation using Watershed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Freezerworks - Validated_ Scope Increase_RUN 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Application Development Indirect Insight Direct USA Inc 0007011428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$104,381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Hunter.Cockrel@ibm.com the Opty-Creator…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PRJ0015899 -  BPCS Argentina - Tango erp incorporation - Regional PM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PD-009621 - Phase 0 – AkritivOUS replacement, Tech Debt (OnBase 2025)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Mulesoft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6/30  no change: Integration Seller preparing proposal…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 Server Support (Set 11)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70 of 76</a:t>
            </a:r>
            <a:endParaRPr lang="en-US" sz="10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Global Publication Tracking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MEDDEV_WinKQCL Applications RUN Estimates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3441 Support Increase for Compliance Wire LMS (App ID 5096)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Security Video - LCSV (Avigilon) for New Scope SPID 1161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PM and SLC Specialist -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 AUDIT ANALYTICS-Run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 - Phase 1 (Database Support)-ROM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Experience Reporting) Oracle SPID 2130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OCR EASE Denied Party Screening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Support (Set 9) (003)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dedicated instance support DBA f or SQL Server Compliance Map database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3557 - ANRD Patient Engagement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71 of 76</a:t>
            </a:r>
            <a:endParaRPr lang="en-US" sz="10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3473 -AMPS2G SQL Server SPID 2507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3 - 2026 - "Reinstatement" Vistakon, Inc. - 7102937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5 - 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Cronin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SHI February 2026, BP reached out asking to reduce QTY…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Reporting Tool - Support Scope Increase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Distribution Center Locus Validation SLC Support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Hashi Vault Radar + 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7/13: New Security Role hired on July 13 AJ Santos  Eng…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 | Planning Analytics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Rob Harag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Additional Enhancement Hours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ABHISHEK SARKAR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Quicksilver Manufacturing Systems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for Empower Upgraded Landscape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150 - CCR 980 GSS Milestone Enterprise (24052)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3345 - Passport SQL Server SPID 17761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Provide ROM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C Livesey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72 of 76</a:t>
            </a:r>
            <a:endParaRPr lang="en-US" sz="10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z/OS Connect and Applin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 Batiste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6/30 Submitting to have an SA added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RFCs_3640, 3639, 3503_DBA SQL Server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Kiran (Kiran) Reddy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Innovative Medicine Data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Samir Nasser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151_CCR 987 De-Scope Perspective_SPID 1574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194-Descope Sage XRT APPID 14523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Support (Set 19)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73_CCR 986 De-Scope EPD STARLims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201_DeScope EPIQ Access Control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iSeries Hardware Refresh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Finance Application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73_De-Scope Quality Applications_SPID 7332_1802_1663_2016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De-Scope Bar Code Control - BCC SPID (7291)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73 of 76</a:t>
            </a:r>
            <a:endParaRPr lang="en-US" sz="10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186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73- Legacy ERP Application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155_CCR 988 De-Scope DFCS system apps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 Remove multiple Collaboration applications from IBM Support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6 - Closing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-$155,554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-$155,554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Anderson Rafael Guilherme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1065. RFC 88_DESCOPE_ADC Planisware(23849)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108_Descope Onshore support for Model N_SPID 4018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Satyavan Jadhav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2024 - Revised Flex Services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A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Strategic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Abbott_SOC Strategies &amp; Transition to Palo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ASHISH MAHAJAN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3/18 - work continues with Palo and client in other are…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- Horizon Contracting - Modernization - 2025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A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Planning &amp; Solution Development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Business Analytics Indirect Insight Direct USA Inc 0007011428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$1,848,118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$1,848,119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DUPLICATE RECORD: 006Ka00000QWeTFIA1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74 of 76</a:t>
            </a:r>
            <a:endParaRPr lang="en-US" sz="10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Fusion HCI for Maximo CP4D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Carl Van Fleet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1/16-CVF-Client is a Pure Storage shop &amp; RHOS user w\Po…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Fusion HCI for VMware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Carl Van Fleet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1/16-CVF-Client is a Pure Storage shop &amp; RHOS user w\Po…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- Kofax Akritiv Brainware Replacement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Replace -- MFaaS BCBS of MI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Kyla Lannert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7/6-  Closing out due to this not being a direct oppty…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VSAM to DB2 Conversion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A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AB-ARIB-006 Abbott Ariba Reporting Solution Enhanced Implementation 2027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Sourav Kumar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Single CRE Platform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Tina F Carrieri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3/28: get update from Sean to see if this is still a pr…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Security Center for GRC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 Beddow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4/16 MJP Invites for 4/22 workshop being accrued starti…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LLC MOD Application Development Indirect Miracle Software Systems, Inc. 0007018824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$437,768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$2,110,750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4/29/26 PLN: Need to understand where this opp is comin…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GxP Workloads on IBM 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Rick Picozzi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1/25/24 RP: Client LinkedIn and sent additional follow-…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Envizi - Tracking invoices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6/16 :DEMO Envizi for invoice Optimization was conducte…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CLDY Standard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$266,666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Khushboo Sarda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2/16 - reengaging with Daniel G from 2025 discussion ab…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75 of 76</a:t>
            </a:r>
            <a:endParaRPr lang="en-US" sz="10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watsonx.data integration MOD 0003082336 122025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$251,658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$314,575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Mark Perry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Connect with Expansion Rep (See Opportunity Team)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LLC MOD Workflow Automation Indirect Miracle Software Systems, Inc. 0007018824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$246,972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$1,190,805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Beneyam Jemaneh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- webMethods Upgrade &amp; Modernization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Aamir Masood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May 14:  Client is puhing back on upgrade as a priority…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NoName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Khushboo Sarda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5/7 Lukas Marsik said no decision no funding until 2026…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WXA4z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Diego Ortega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Snowflake Architect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Ashley Titus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QBR - iPaaS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2.5- GC - Will follow up with Madhu. Following up also…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ID-00505241 on 2026-09-30 for ABBOTT /0009002 via TD SYNN/CDW LOG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Todd Schneeberger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4/21: No Quote found will follow up wit…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Data Integration Indirect Insight Direct USA Inc 0003082336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$437,425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Jessica Terrill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DUPLICATE RECORD: 006Ka00000QWnBbIAL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 Pfizer TBM Managed Service TBMSaaS - Accenture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Vivek Sharan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4/9: VS Op created as per Robyn Z's request to engage 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NASCO_1QAP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6/3 AH:  Ensono won this and cut us out of the deal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BCBSM_1QAP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Anthony Haug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76 of 76</a:t>
            </a:r>
            <a:endParaRPr lang="en-US" sz="10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B2B Integration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 BLUE SHIELD-US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Vasu Sabbavarapu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PCR_Estimate_for iSeries Hardware Refresh 2026_ v1.0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Alessandro Mariano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Nasco LLC MOD Application Development Indirect CDW Logistics, Inc. 0007495863 Sep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$13,632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$65,732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Grace Casey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HWWAXIT on 2026-09-30 for MERCK &amp;/1224082 via TD SYNN/RE-STOR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Carolyn Prono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6/12 Per Michael, EU no longer using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ID-00505829 on 2026-09-30 for MERCK &amp;/5696118 via TD SYNN/RE-STOR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Carolyn Prono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6/15 LOST per SP these are retired  6/1…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ID-00506067 on 2026-09-30 for MERCK &amp;/5696118 via TD SYNN/RE-STOR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Carolyn Prono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6/15 per SP machines are retired  6/15…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 - Warren 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C Livesey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Email bounced on second contact.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CEPH/CTERA/unstructured 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SHIELD OF MICHIGAN-US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Scott Armbrust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NASCO CONTRACTED WITH ENSONO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AMERICA HOLDINGS-US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8 - Lost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Jody Hair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Connect and schedule DB2 AI Editions overview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906 new, 1 promoted, 2 amount changes, 1 slipped, 1 pulled in. 906 new deals entered the pipeline. 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906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2026_Labcorp_sRenewal  |  2026_Labcorp_uRenewal  |  SERVICE BENEFIT PLAN ADMINISTRATIVE SERVICES CORP MOD Databases 0004239425 Sep 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Cleveland Clinic Cloud Migration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Geisinger Health Analytics  |  [SEED] Vanderbilt Health Modernize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Brigham Womens Data Ops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Mass General AI Diagnostics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11612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906 new deals added to pipeline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deal advanced in stage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deal with slipped close dates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with significant amount changes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US Public Sector GM Meeting</dc:subject>
  <dc:creator>ISC Automated Sales Forecast</dc:creator>
  <cp:lastModifiedBy>ISC Automated Sales Forecast</cp:lastModifiedBy>
  <cp:revision>1</cp:revision>
  <dcterms:created xsi:type="dcterms:W3CDTF">2026-07-18T21:33:18Z</dcterms:created>
  <dcterms:modified xsi:type="dcterms:W3CDTF">2026-07-18T21:33:18Z</dcterms:modified>
</cp:coreProperties>
</file>