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7160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747 opportunities · 6 columns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6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 ·  Opportunity  ·  Close Date  ·  Forecast  ·  Total Amt  ·  Score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74552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204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BRIEFING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US Public Sector IBM Technology forecast stands at $610.7M IBM Tech across 747 selected opportunities closing in Q3 2026, with a total contract value of $643.5M. 37 deals are rated High confidence and 26 have first-line manager confirmation. The largest opportunity is PGS Data, Analytics &amp; AI at $45.0M, currently in 2 - Qualify. Next Steps health: 77 fresh, 103 stale, 125 undated, 442 blank across all selected opportunities. Of the 422 low-confidence deals, 286 with no Next Steps, 44 with stale updates, 58 with undated notes require immediate seller attention.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52120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 forecast: $610.7M across 747 opportunities — 37 High confidence, 26 FLM confirmed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deal: PGS Data, Analytics &amp; AI (PFIZER-US) — $45.0M | 2 - Qualify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health: 77 fresh · 103 stale · 125 undated · 442 blank</a:t>
            </a:r>
            <a:endParaRPr lang="en-US" sz="1000" dirty="0"/>
          </a:p>
          <a:p>
            <a:r>
              <a:rPr lang="en-US" sz="10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388 low-confidence deals need attention: 286 with no Next Steps, 44 with stale updates, 58 with undated notes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54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Safety: DIP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GLNS 3R's Tertiary Packagi…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- webMethods…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2026-07-01 for LABO…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Pfizer Digital – Produ…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2026 Continuo…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Sharp &amp; Dohme LLC-AAEPs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CoreDX WMS Migration for EDC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$878,633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Functional Testing Automat…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$201,310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ERLR action letters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SAP-MD Staff Aug.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$107,016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P30 Peru Electronic Ledger…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CMOD Invoice Email Template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54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SCM Extension 2H-2026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$164,949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IEH R3 Milestone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$48,760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RAPID: Cephea Commercializatio…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$52,507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AAC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$30,437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UM and Pr…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PD-00NNNN - 2026 - Offshore 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ACN CORE Patient Device 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CF SBP FN TEL SOW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Security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$58,080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BI AMS DI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467 - 2027 Separation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Rate Card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Commerce Tech Leads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-$159,973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Abbott - IBMC Conte…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 Promo - ACN ENhancements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FABRIC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Sterling Managed Services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$50,592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Opex DQ EHS Project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ID-00253373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$33,727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ID-00253863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Renewal-Michigan…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IBP CI June - 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$225,810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FY26-Pfizer-PCR01 FUSE–Catalog…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SCM Pfizer Connect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$98,405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Osprey T&amp;A BPO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$84,527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Delivery Manager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$55,957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Everbridge - API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54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RAPID Catapult Wave-2 Applicat…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PCR - Commercial - Finan…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Clementine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nGPS Value Optimization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$444,330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SAIGE - EPR Legal Registry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$249,773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T&amp;E Compliance Tool Implementa…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$219,649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Network Analytics - Data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$68,543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Marketing 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Blancco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MODA Applicatio…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$39,164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ADC Veeva CRM CoE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DMND0005205 – Brazil – Tax VAT…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$21,082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Collaborate360 SAP Build…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-$39,458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PRJ0014488 - ADC Catapult inte…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$189,633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EWM - Solution Architect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$103,356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Lingo Publix+Bestbuy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$46,330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Pharm ERP APAC PandA Capa…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Galileo PM 2026 delta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US POD Extension ( Jul-Dec…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$368,230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$319,593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DART Q4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$213,062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Data Pipeline Reme…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PD-009987 - GES Process Alarm…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$144,949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QM OPEX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PRIME Offshore PM_PCR0…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of 54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Renewal-JANSSEN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 REALP2SA: 2026w24_CC…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ORO- Intake &amp; Orchestr…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-$100,848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Client Zero - Account…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$16,801,000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Regulatory Submissi…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 - R&amp;D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Direct Procurement Analy…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IntelliMagic Vision for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AI Support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$423,416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R&amp;D AI CoScientist…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Merck - PPM Extended Hyp…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$94,225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Golden Batch PCR01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GTEL Golden Batch PCR 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of 54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AMS Prime Support 2H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Rubrik Onboarding - Kings Cros…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$44,052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ICS VM Creation across 29 Manu…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$32,451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2026 PCR 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BI: Dynamic Targeting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SDLC Governance,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4 - Commercial: PFA PMO (Q…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$200,640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Expert Labs - MDM upgrade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$152,050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power platform workshop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PRJ0015314 MDM Symphony change…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$12,232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Bob NASCO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Program - S4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Core Dx - Ariba Advisor…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2026-07-SaaS Renewal-HORIZON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of 54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Synlait SAp Pre-Work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$35,569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Commercial: PCR4 - Pfize…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for Horizon BCBS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Upgrade CMOD to Content Cortex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ITOPs RBS Monitoring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-$881,203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RFP-AI First - Horizon Contrac…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Digital Managed Service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ERP Platform Managed Services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Quality Assurance &amp; 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 Device ECC to S4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HR Operations Roles -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JJCI Kenvue - GTS SI RFI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of 54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PreClinical : Data Pfronti…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$2,162,435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ABT-BTS-EIMS-002 Terradata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$2,073,948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Fleet Operation…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Hub Squads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Ariba OUS Implementatio…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$1,670,777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Workday - Change Job ReImpleme…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$1,280,698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- Archetype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$1,225,376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DT DAM Wave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Brownfield Phase 0 (P…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R&amp;D Application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AWS Product Engineerin…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Global Commerce Rollou…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SAP Advance Financial Clos…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of 54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Co. - Hashicorp Vault,…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SMR : CMO Platform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$998,912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Test Factory - Project…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MDG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Scanning RFI (MVP Phas…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Services 2H 2026 Amendment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$615,509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JULY S = R  (Flex Service…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MLR Veeva PromoMats - ACN…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Design System- Phase 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$500,280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Innovation - CFO Dashboar…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Defender SW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SigniFi Finace MDM HPT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of 54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Canada Adopti…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AICOE : GCP Enablement - Train…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Implementat…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$326,710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in Quality and Reg…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JJ_IBM TIME AMS SAP PP QM S/4…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$298,590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GEO &amp; Topical Authority Approa…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GenAI for ADC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WriterAI for ADC - US Marketin…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US Marketing Omnichannel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CGS POC - Safety Agg…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NM Intellicare Enhancement…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$242,156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SAP Technical Architect…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Copilot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$181,593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of 54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JULY 2026 - Additional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 464B - Reporting Requiremen…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$108,455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Zero Copy Abbot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CarePath/withME CRM Servic…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Ops Lake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Data Enablement S2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DQ QC Labs RMCR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$42,941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- Carlsbad JDE Mig…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$78,347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NS1 for Oracle OCI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$69,943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Abbott.com SEO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SAC Remediation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2026-07-"Renewal"-CAREFIRST /…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IMM FRM Data Reporting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$51,083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JJ_GAMS_Vision Care SAP CRM 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$40,518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of 54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Ecuador – “Gran Contribuyente”…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Cloudy Services- BCBSM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PCR-ABT AAC Support Extension-…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$25,927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Arrow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Project Halda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Tririga Additional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$21,240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Maximo upgrade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$7,777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JJ_GAMS_OSGT L1.5 Support - 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$5,217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Extended Support REALP2SA: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SWBRAND on 2026-06-28 for HORI…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$2,880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FTC on ID-00219155 on 20…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$5,875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IT Modernization &amp; Sustainabil…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of 54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MQ on Containers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NEXT GEN OPERATIONS…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-$78,479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Med Device MES FTPC Upgr…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-$128,108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Platform - L &amp; 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– Addition of Predict 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FN SQL HC ExpCon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-Revenue Managem…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GEO Optimization Features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Migration of 1K legacy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Hong Kong Manual Plant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$6,693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15K Records Urgent Kenvue Bran…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PCR-2- PD-009868- Lease Manage…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AN PIM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-$59,711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of 54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Elevating Cybersecurity…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Elevating Cybersecurity w…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Elevating Cybersecurit…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FY26-Pfizer-HRBPO-Workday OCR…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watsonx.governance |…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 IBM and B2B slowness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$67,500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ASKHR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$243,001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z/OS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$199,100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Traceability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$198,600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PCR_PO 4000203866_DMND0004975-…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ABT-Data &amp; BI ExFactory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of 54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Transcend IM R2.2 &amp; R3.1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DTS Veeva Exp Factory…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$2,666,483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JCP Q3 2026 JPAP and Portals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$1,990,000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First Transformation Eviden…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PDLC Implementation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AWS Cloud Migration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Abbott Azure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PQC Assessment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RDC Indianapolis Warehouse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$138,924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watsonx.data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Enhancement Factory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$83,700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Cyberattack experience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Renewal-PFIZER 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of 54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PCR01 - Salesforce: Pfizer Pat…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$13,798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jw - Abbott Hashi - separate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Med Affairs : KAIROS AI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$2,622,881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Migrate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$48,900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 (RFI - Micro…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$208,473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Contract Renewal -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$693,881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Master Data Management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Renewal-LABORATOR…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$45,493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Salesforce Quote 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$9,749,000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AURA AMS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$2,160,000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Supply Chain - IBP Exp…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Call Center Automation…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Infused Knowledge Managemen…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of 54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Horizon:  Salesforce Provider…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Mfg 4.0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Procurement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Merck - HR Perfor…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RFP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Bob - All IBMC Opps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Reachback+Extended Support REA…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Cognos Mod +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DataStage Modernizat…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$206,235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Flexible Service Unit for Buil…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Procurement BPO Phase…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Center 2027 - Cloud Migra…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Egen Gemini Enablement…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Cloud MedDev…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19 of 54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RISE Hype…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$9,372,243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SAP RISE Workload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SAP non-RISE…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$8,392,065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AI-driven Print Optimization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$1,603,636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Integrated clinical data excha…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Global BI Migration to Databri…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VMware optmization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Gemini Co-Scientist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R&amp;D Application Migration (AWS…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Specialty BU Agent…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(ICSR) Product…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GTCS - Internation…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$486,338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Web Methods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AgenticAI for EUMDR reports -P…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20 of 54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LaraLabs apps Migration to Abb…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$390,075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JJ Time S4 - SAP APO SNP Lead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Safety: GENESIS Biz Go Live 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EIMS - Product Master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$348,001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AI for Quality Roadma…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IND (CMC) PoV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EIFU Taiwan Build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Ask HR TAM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$138,336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RMDx Informatics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Planisware additional Changes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$129,263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z17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Microsite #1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 - Symphony SCM Staf…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21 of 54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(FileNet)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$53,699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Growth 2026 #2 - Sof…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EPD NuGenesis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$46,005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Cognos Upgrade for Global BI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PD-008515 - Symphony Data to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$41,318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PS Primary…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PowerVS IBMi Archive…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Sterling (PID)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Cadence Enhancement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$18,132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Proc BPO - Agents as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 - Hardware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AUG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TELSBP AIX Power DB2 SOW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$304,000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22 of 54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3Q2026-SLR_Massload - SA#00776…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$20,564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Led SDLC - Finance &amp; SC Tra…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Universal Payment system Mainf…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GBS ES BOS&amp;S – IGRM Operating…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Digital Front Door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AURA : Support 2026-2028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Abbott.com Extension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MDM Data Architecture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Sterling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$402,317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ABT DT GenAI Search Pilo…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$385,740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DESCI-MAPP Assessment - Appian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EIMS Program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Envizi RFI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BI: APO - PGS UDH CI 2nd Half…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$137,086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23 of 54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BCBS of NJ DevOps PCR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Aug 2026 - Additional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2026-08-SaaS Renewal-JOHNSON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$64,499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 AR on ID-00193319 on 202…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$12,559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DataOps Team - watsonx.dat…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2026-08-31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MedDev PODS Experience…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ServiceNow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ACN Phase 0 Emerging…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Autonomous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Quantum-Safe, PQC Roadmap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24 of 54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Guardium SaaS AWS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Agentic AI Consultant Staff 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FY26-Pfizer-HRBPO-Data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Medical Device R&amp;D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 Withheld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$3,420,000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Quantum Safe - Guardi…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$488,599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PowerVS for DR - Initial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 powered Test Automation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Box Consolidation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PowerVS Cloud Opportunity…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- Bob for Z - Mainframe Mod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$311,897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$187,575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25 of 54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$128,048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AI Legal Insights &amp; Auto…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2026-09-SaaS Renewal-Kenvue Br…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$84,275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Client Zero: J&amp;J Client Zero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SDA for Veam Archiving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Lapcorp - Snowflake augmentati…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DePuy Synthes (Orthopedics)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Horizon Health…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$476,000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(land)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Post-Quantum Cryptography (PQC…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| Bob Preview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2026-09-MidYear-SaaS Renewal-A…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Selling Orchestrate to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Integration Modernization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26 of 54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watsonx.governance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z/OS Connect EE - Carefirst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wx.gov SOW Expansion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IBM Planning Analytics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CDS Application Ratio…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Privacy Group - watso…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- Enterprise watsonx Orche…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Confluent (expand)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Member Letter Digiti…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Broadcom swap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GLNS S2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IBMC CSA - for Regulatory Subm…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– webMethods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$513,000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27 of 54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Expert Labs - Trade-u…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 - Care…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ACL Subfolder Permissions Upda…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$180,376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Automation Support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$132,524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Carefirst/SBP Brocade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Turbonomic + Concert "Flows"_B…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ODM &amp;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DB2 Intelligence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Security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FEPOC Guardium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Power for Pellera -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ASK Procurement &amp; So…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$587,000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Watsonx.governance Expertise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Helix Services +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$422,362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28 of 54</a:t>
            </a:r>
            <a:endParaRPr lang="en-US" sz="1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Confluent for Safety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WatsonX Orchestrate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$268,000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Db2 AI Editions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EPD Data Rework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|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CareFirst-Defender-Modernize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Modernization on Z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AI Data Governance - Comme…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Sharepoint redesign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$149,580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Guardium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Cloud Pak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2026_Labcorp_sRenewal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Oracle Exit - Postgres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29 of 54</a:t>
            </a:r>
            <a:endParaRPr lang="en-US" sz="1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 webMethods MFT Customizati…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2026_Labcorp_uRenewal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$6,375,000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Commercial: Service Delivery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$2,475,114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Digital - LOG EWM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$2,100,001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Catapult MS proposal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$1,577,208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Axway (Sterling) 2 SOW Part of…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$1,459,475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ABT-Veeva Promomats Enhancemen…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$1,450,000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Writer AI Center of Excellence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Workload Automation (IWA)…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$849,469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Strategy Extn.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Apr'26-Dec'2…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$505,750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Development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Lactate Website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Q4 - BCG - BCBS-MI - Gen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30 of 54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$494,118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Workload automation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 DEV - Application Run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$337,322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FEPOC: APIC SaaS Production 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$924,480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QBR - Distr Ctr MAS Sa…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AI Ops Automation - Pi…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Collab Medical Policy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CP4Aapps Adv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Planisware_Extension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$251,204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Product Automation wit…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ADC | Workfront | Modular…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AI Governance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CDP Execution - Phase 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Quantum-Safe, PQC Road…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31 of 54</a:t>
            </a:r>
            <a:endParaRPr lang="en-US" sz="1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Merck: Securing AI, Red Teamin…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Securing AI, Red Teaming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Abbott: Securing AI, Red Teami…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SOC Operations Moderni…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GRC (Archer)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Pfizer: Identity &amp; Access Mana…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3894 - Abbott - Querétaro…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$244,423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Offshor…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$225,110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PWO 2025-059 - VPENT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$208,139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Internal Benefits…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Verify VIP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Hashi Vault + Verify…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- Q3 2026 - Additional Sta…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Developer Onshore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$173,530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32 of 54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Concur Consultant (KTLO)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$161,998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Request for SumTotal LMS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$159,353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Custom Applications Syste…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$157,895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SAP Concur - AI/ML 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Concur PM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$144,398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estimate for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$137,570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IBM_873_RFC 3586_3587_3588_LAB…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$133,195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LabCorp_Expert Connect Subscri…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ARIBA CoreDx New 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$119,259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-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for KNEAT Gx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Turbo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PR-25770 - First Sale Rule - 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$86,281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Sovereign Core - Enga…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33 of 54</a:t>
            </a:r>
            <a:endParaRPr lang="en-US" sz="1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estimate for MES Databases…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$80,974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EDB for AAP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DC Implementation - Incre…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$74,696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ADC - IWHI API Portal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PD-009868 - Lease Management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$60,192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Azure APIM_Support price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Security Guardium Data Pro…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Fro…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$47,387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 (Complaints) -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$44,410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(App ID 17812) - EMEA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$36,885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eNOVATOR_Support Scope Increas…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PD-000000 - P30 GRAN Cv9r32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$33,480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- 118_RFC 964_SPID 23223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$32,887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PR-25621 TAX MATURITY - DIAN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34 of 54</a:t>
            </a:r>
            <a:endParaRPr lang="en-US" sz="1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Support_API Migration Su…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$30,973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$26,150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RecoverPoint Onboarding - Glob…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$24,582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EDC Locus Applications Support…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$23,654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DBA SQL Server Support (13 RFC…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$22,206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Support Estimate for new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TMS Support Cost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Syniti Knowledge Platform RM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$19,932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ideaPoint - Investigator Initi…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$19,235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HEALTHCARE SERVICES DB…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$85,140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Related - PD-009868 - Lease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$17,195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3437, 3420_DBA Oracle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$15,971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- Support estimate for TPM…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918. CORP- KTLO Run support fo…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$10,216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35 of 54</a:t>
            </a:r>
            <a:endParaRPr lang="en-US" sz="1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KTLO Run Support for Brand Cen…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$9,625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 CoreDX WMS EDC Imple…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$7,523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Virtual Tax Office - VTO (App…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PR-25757 - BOBJ Symphony BW H4…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$6,807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Informatica + wx.Data Integrat…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eNovator Upgrade Run Estimate…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$2,077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PRJ0015319 - PR-25769 - AN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$1,259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WatsonX.Data (SOW)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-$1,108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3919 – Remove Short Date (…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-$3,645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RFCs_3496, 3416, 3453 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-$3,753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70 Descope Adest (App ID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3680-Partial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-$10,058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36 of 54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3317_ Reduce support level…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-$14,618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3677-Partial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3678-Partial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-$16,121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3896_De-Scope SPID 13059_1…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-$34,795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3327 Descope - Mentoring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-$39,358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3676-Partial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-$58,485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3681-Multiple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-$62,149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136 -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-$82,820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RFC_3306_Reduce support of eRC…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-$93,831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3683-Multiple DB Descope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-$103,255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3877 – Application is Desc…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-$138,532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W1 Malaysia Staffing…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-$172,800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10B(LABx Credit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-$224,913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Consolidated 10B for Multiple…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-$260,439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37 of 54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Imperva Take 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Agentic Control Plan…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LabCorp-Guardium Quantum Safe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NON-CA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 GEN to JAVA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$4,005,000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SevOne - Network Per…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ELM - Deal Reg - Soft…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of America, PPA 40199-…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Data, Analytics &amp;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PGS AMS Synergy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2026-09-"Renewal"-SERVICE BENE…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$10,756,680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Upgrade S/4HANA to 2025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TCS takeout - R&amp;D testing fact…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- ICoE Support &amp; Maint…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38 of 54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 Q3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ABT-CDS-ANI Exp Factory Onboar…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PFG - RM - AS - AI for Privacy…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$3,824,285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Intelligent Consumer Indus…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$3,600,000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DESCI-ServiceNow OTSM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 Corp - SMPO potential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$5,702,244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SAP: Remove Lag and adjust 445…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2026-09-"Renewal"-CareFirst 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$2,783,300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2026-09-"Renewal"-ABBOTT LABOR…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$2,631,651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Safety Implementation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NMS to MembersEdge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ICA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$2,461,162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- Merck_Global Trial Optim…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Digital Pharmacy Platform Solu…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39 of 54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IBM Bob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Catapult S4 AMS full managed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$1,878,161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J&amp;J Command Center - Oncology…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$1,059,831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ROM SAP Integration suite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$1,651,295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CSA Letter generation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$1,620,000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Life Sciences CHC Transfor…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(ELA) 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$1,331,200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Patient Services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EvGen Headless 360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JNJ: Security for ERP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AN-Next-GEN-LIMS-Deployment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$942,172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ABT Brand Check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Abbott_ATOM_Level 1 Support &amp;…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ARDx Phase 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40 of 54</a:t>
            </a:r>
            <a:endParaRPr lang="en-US" sz="1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Total Rewards Digital Front Do…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Holdings Inc.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Apptio Sourced: LabCorp Costin…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$682,546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$668,806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EP Mexico Phase 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$609,653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$603,688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 SEP S = R  (Flex Services…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$601,476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BW 5X to BWCE Environmen…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$511,509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Maximo - Add APM to 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FinOps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Commercial Managed Serv…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ATC Reporting &amp; Analytics Plat…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watsonX.data Integra…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ORO Implementation - Phase2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$429,800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Symphony BI 2025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$428,070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41 of 54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$406,368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LABCORP:  DIAMONDBACK Deep Arc…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DePuy Prod…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MI : PGS Agentic 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PRJ0015263 ISOTrain Cornerston…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$355,115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3869_Align on Onshore Supp…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$352,284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OnBase EMEA Rollout - PO scope…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$308,373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PA/TM1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PGS Veeva LIMS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FY26 - Pfizer -ServiceNow Move…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JNJ Enterp…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$285,000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INC…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PRJ0016142 - SAP MD Mexico Vol…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$273,137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 MD PM &amp; SCM.PP Staff Aug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$257,126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42 of 54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OMP - Pfizer (PGS Pfizer Globa…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Network Intelligence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- SAP PO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$248,839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Datastage - Infosphere Informa…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$246,874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Watsonx.gov for AI 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$244,001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2024/03 "Reachback" Pfizer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Apptio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PRJ0016027 Sumtotal VEPNT CATS…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$220,786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Maximo AI Capabilities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Concert @Labcorp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$195,000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PRJ0015346-AV First Sale Rule…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$189,189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SAP MES POMS Integration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$183,159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ARIBA OUS Scope Addition KTLO…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$175,541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$169,403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43 of 54</a:t>
            </a:r>
            <a:endParaRPr lang="en-US" sz="1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PR-24428 SAP P30 and DHL New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$166,714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PRJ0016020 - Cephea Product La…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$157,478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SVO Indirect Procurement 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Regula Application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$149,013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Execution Catapult Wave-2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$147,809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3740_​IBM support of Five…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$144,781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PR-22418 - Oracle ODA or RAC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$141,133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$138,842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AAC - Agency Access Center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$129,313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Monday.com 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$128,218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TIBCO LTS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$126,681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PD-009146 - Compliance Map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$126,291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Salesforce: Pfizer Patient 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44 of 54</a:t>
            </a:r>
            <a:endParaRPr lang="en-US" sz="1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PRJ0015062- Lotus Notes Produc…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$123,755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Product Transfer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$120,158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S=R Sep 2026 - Additional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PR-25620 CO P30 Tax Maturity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$118,918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PR-25960 - TM1 Planning Analyt…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SQL DBA Staff Aug Aug'26-Dec'2…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$114,138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RENEWAL ABBOTT LABORATORIES Ex…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$112,000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 Turbonomic at Pfizer 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RDX RM/SOLMAN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$109,921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Agile (APP ID - 213)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$108,750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PRJ001521 - Aveir Dual Package…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$106,440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OI-Pfizer - Apptio IT Financia…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&amp; CO INC-US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Merck - NS1 Expansion Self-Ser…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Bob Maximo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45 of 54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Instana- Abbott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Wx.gov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ESKER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$99,273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PD-009973 - Core Dx Sphera Upg…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$98,980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ADC LUNA New Instanc…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$95,447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PRJ00xxxxx-LDAP project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$94,064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3778_Ariba APT_Support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$92,805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SQL_ORACLE…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$92,107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3Q25-Advanced Support Mass Loa…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Veeva New Saas (CoreDx)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$90,912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$90,304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PD-009644 - Cambar Technical 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$89,551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EHS Action Management Phase 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$78,914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PR-25221 Chile Disptach Guide…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$78,099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46 of 54</a:t>
            </a:r>
            <a:endParaRPr lang="en-US" sz="100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Corporation of Amer…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$375,348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iEnvision (Scope Increase) ROM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$77,643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3484 to extend Manufacturi…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$76,503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AIOps/Operations Insights + Se…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PR-23680 - AN AMS Extend the 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PR-21254 - Hong Kong Data Sale…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$74,168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2026-09-"Renewal"-NATIONAL ACC…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$73,956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VPNT WINDCHILL Migration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$73,506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ALOM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$73,145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DMND0003633 - DR BPCS e-invoic…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$69,576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PD-009895 - Ariba US Fieldglas…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Veeva Quality Management_RO…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$66,193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 Goods Tax for Eucador - 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$66,179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47 of 54</a:t>
            </a:r>
            <a:endParaRPr lang="en-US" sz="1000" dirty="0"/>
          </a:p>
        </p:txBody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PD-009381- JAVA Stream PULL AP…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$64,785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3486 Extend Finance CCR IB…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$64,076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PD-009111 – (Rapid)ISOtrain Up…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$63,968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SAP MD Staff Aug SAP RTR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$63,264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2026-09-"Renewal"-ST JUDE MEDI…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$62,027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$61,400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PD9754 Brazil Tax Vat Reform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$60,556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EDI Staff Aug-Job level III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$59,898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Management Company 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$279,918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Dolphin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$57,866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Lingo Walmart, Walgreens, Boot…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$56,906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230 - KTLO Run Support 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$56,794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TOSCA Architect Staff Suppleme…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$54,826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AMS middleware engagement proj…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$52,683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48 of 54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Glasshouse Fusion Abbott Labs…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- Iterate.AI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AIX - Software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$235,629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PRJ0015404-WinKQCL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$48,598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PR-25619 – H2H Solution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$46,861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EPIQ Phase3 Estimates-TIBCO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$46,789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PD-009499 - GSEC Lenel OnGuard…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MAWM RMSM Consultant (Staff-Au…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$43,898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Powerpick (App ID 5878) Run Es…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$43,599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Bizlink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$42,510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PR-24817 - (phase 0) Abbott En…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$42,476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Databricks and Python Deve…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$42,314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TCGM Java Upgrade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$40,782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49 of 54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ARDx Sample Management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$40,103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ADC EMEA Pod - Additional…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$39,500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St. Jude Medical Inc. MOD Appl…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$181,890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AMAPS documentation for SLC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$35,313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- RPA - Diabetes 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Biz OS Upgrade 2026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LUNA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$34,450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PD-00xxxx Unity Luna integrati…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$33,826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169 - eNovator (Scope Incr…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$33,586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TM1 Upgrade Phase 0-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$33,342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 RFCs_DBA SQL ORACLE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$31,845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PD-009513 - ADK Retain Sample…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$31,153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Engine…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$144,890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iSeries Project for BPCS ERP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$29,940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50 of 54</a:t>
            </a:r>
            <a:endParaRPr lang="en-US" sz="1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Phase 0 - Engineering Content…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$27,945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$27,227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JOHNSON &amp; JOHNSON-US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2026-09-"Renewal"-Kenvue Brand…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$25,642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NS1 Competitive Takeout/DN…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119_Add Instrument Placeme…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$24,697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MD upgrade project - RAPID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$24,024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SERVICE BENEFIT PLAN ADMINISTR…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$114,517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Staff Aug for CSRD Scope 3 Imp…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$23,375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Catalyst Rosslyn Interface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$22,678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Freezerworks - Validated_ Scop…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$21,991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Playwrite POC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$21,843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 MOD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$104,381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PRJ0015899 -  BPCS Argentina -…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$18,362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PD-009621 - Phase 0 – AkritivO…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$18,250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51 of 54</a:t>
            </a:r>
            <a:endParaRPr lang="en-US" sz="10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 - Mulesoft Takeout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- Multiple_DBA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$15,706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 Global Publication Tracking…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MEDDEV_WinKQCL Applications RU…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$14,952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3441 Support Increase for…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$14,283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3547 - Lake County Securit…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$14,171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PM and SLC Specialist - Staff…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$14,084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CORP AUDIT ANALYTICS-Run Suppo…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$10,852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AN-Next-Gen-LIMS - Phase 1 (Da…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$10,098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3343 - VIPER (VI Product 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$9,994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Noname Opportunity -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$10,000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OCR EASE Denied Party Screenin…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Multiple_DBA SQL Server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$8,438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3263 New Scope to dedicate…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$7,306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52 of 54</a:t>
            </a:r>
            <a:endParaRPr lang="en-US" sz="1000" dirty="0"/>
          </a:p>
        </p:txBody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3557 - ANRD Patient Engage…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3473 -AMPS2G SQL Server 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$6,172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ADC Tracking and Trending Repo…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$5,373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Indy Distribution Center Locus…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$5,085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PFIZER-US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LEAD: Hashi Vault Radar + Vaul…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CDS Power BI Additional Enhanc…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$5,000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PD-010050 - (RAPID) Quicksilve…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Best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$4,763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50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Run Support for Empower Upgrad…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$4,408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150 - CCR 980 GSS Mileston…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$4,364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3345 - Passport SQL Server…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$2,604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Labs - JSphere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BCBSM - EAR (MNadeem)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BLUE CROSS &amp; BLUE SHIE…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BCBS - EAR (BAnne)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LABORATORY CORP OF AME…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LabCorp z/OS Connect and Appli…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$1,000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53 of 54</a:t>
            </a:r>
            <a:endParaRPr lang="en-US" sz="1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RFCs_3640, 3639, 3503_DBA SQL…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$720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CAREFIRST / BLUE CROSS…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Platinum Support Mass Load - 3…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$2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HORIZON BLUE CROSS BLU…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IBM 7840 to 7850 Storage Fabri…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151_CCR 987 De-Scope Persp…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194-Descope Sage XRT APPID…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-$1,390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RFCs_Multiple_DBA SQL Server 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-$1,630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73_CCR 986 De-Scope EPD ST…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-$8,286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201_DeScope EPIQ Access Co…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-$18,024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PCR - iSeries Hardware Refresh…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Omitted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-$19,433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Finance Application D…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-$27,009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73_De-Scope Quality Applic…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-$27,754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De-Scope Bar Code Control - BC…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-$32,734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186 ScopeChange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-$44,539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73- Legacy ERP Application…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-$77,655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Pipeline Report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601200" y="91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54 of 54</a:t>
            </a:r>
            <a:endParaRPr lang="en-US" sz="10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685800"/>
          <a:ext cx="118872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776472"/>
                <a:gridCol w="1335024"/>
                <a:gridCol w="1417320"/>
                <a:gridCol w="1499616"/>
                <a:gridCol w="1024128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Close Date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Forecast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Amt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155_CCR 988 De-Scope DFCS…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-$81,055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73 -  Remove multiple Coll…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-$120,524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Delete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Commit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-$155,554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1065. RFC 88_DESCOPE_ADC Plani…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-$194,821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ABBOTT LABORATORIES-US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RFC 108_Descope Onshore suppor…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Pipeline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-$490,060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36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This Week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0" y="91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11, 2026 · 6:00 AM → live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11612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pipeline review (live vs Jul 11, 2026 · 6:00 AM) shows 747 new, 1 promoted, 2 amount changes, 1 slipped, 1 pulled in. 747 new deals entered the pipeline. </a:t>
            </a:r>
            <a:endParaRPr lang="en-US" sz="11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116128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31520"/>
                <a:gridCol w="8869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Top Examples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3C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New Deals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747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PGS Data, Analytics &amp; AI  |  PGS AMS Synergy  |  Abbott - CDS Application Rationalization RFI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Stage Promoted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43CE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Cleveland Clinic Cloud Migration (→Negotiate)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Amount Changes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5252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Geisinger Health Analytics  |  [SEED] Vanderbilt Health Modernize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Close Date Slipped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A1E2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Brigham Womens Data Ops (+31d)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61616"/>
                          </a:solidFill>
                        </a:rPr>
                        <a:t>Pulled In Earlier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98038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F6F6F"/>
                          </a:solidFill>
                        </a:rPr>
                        <a:t>[SEED] Mass General AI Diagnostics (-14d)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July 21,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Custom Pipeline Report</dc:subject>
  <dc:creator>ISC Automated Sales Forecast</dc:creator>
  <cp:lastModifiedBy>ISC Automated Sales Forecast</cp:lastModifiedBy>
  <cp:revision>1</cp:revision>
  <dcterms:created xsi:type="dcterms:W3CDTF">2026-07-22T00:22:46Z</dcterms:created>
  <dcterms:modified xsi:type="dcterms:W3CDTF">2026-07-22T00:22:46Z</dcterms:modified>
</cp:coreProperties>
</file>