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$7.1M IBM Tech across 20 selected opportunities closing in Q3 2026, with a total contract value of $7.2M. 0 deals are rated High confidence and 1 have first-line manager confirmation. The largest opportunity is 2026-09-"Renewal"-UPMC PRESBYTERIAN SHADYSIDE-0007739411 at $5.0M, currently in 6 - Closing. Next Steps health: 4 fresh, 5 stale, 6 undated, 5 blank across all selected opportunities. Of the 17 low-confidence deals, 5 with no Next Steps, 5 with stale updates, 5 with undated notes require immediate seller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$7.1M across 20 opportunities — 0 High confidence, 1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2026-09-"Renewal"-UPMC PRESBYTERIAN SHADYSIDE-0007739411 (UPMC HEALTH SYSTEMS INC-US) — $5.0M | 6 - Closing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4 fresh · 5 stale · 6 undated · 5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15 low-confidence deals need attention: 5 with no Next Steps, 5 with stale updates, 5 with undated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University of Pittsburgh Medical Center-ITSUM expansion $50M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6/26/26 - UPMC expects to exceed $700M this year to $75…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Northpointe SVC HWMA - Maintenance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Kelley Ridley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- MDM QuickStartExpert Labs SOW (attach to 006gR000003Te8RQAS)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Pritam Potnis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7/13- Client indicated they are in the process of getti…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Load-2Q26- Mar 2026 call -7739411 - UPMC Presbyterian Shadyside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Contacted caller to see if they are interested in discu…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UPMC HEALTH SYSTEMS INC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Lisa Johnston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2/24: Requested inventory report from Plamen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Astronomer +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Levendusky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FTE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Regrouping with the client on 6/23 to determine if…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MQ MFT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Jeffrey L (Jeff) Trbovich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HEALTH PLAN INFORMATION@SYSTEMS DEPT-0077731163-Targetprocess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OpenShift clients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Ansible clients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MOD Application Integration 0007739411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MOD B2B Integration 0007739411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$11,339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2026-09-"Renewal"-UPMC PRESBYTERIAN SHADYSIDE-0007739411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$5,011,976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$5,011,984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7/16 - committed ELA billing w/ no downturn rights -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PRESBYTERIAN SHADYSIDE-0077576526-Apptio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- SE for IBM i 7.4 - Maintenance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Kelley Ridley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7/13-BP Mapsys/Tony Martin has provided the proposal fo…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Following up after discussion on who would be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Turbonomic (VMWare + Azure)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Working with account team to identify owners on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EXP COMP on ID-00567267 on 2026-09-30 for UPMC PR/9334883 via ARROW E/MAPSYS,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Aimee Kinser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2026-09-"Renewal"-RXANTE INC-0003499984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7/16 - low risk - Small renewal outside of ELA. Contact…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20 new, 2 promoted, 2 amount changes, 1 slipped, 1 pulled in. 20 new deals entered the pipeline. 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MQ FTE Deployment  |  2026 MQ MFT Expansion  |  UPMC Presbyterian Shadyside MOD Application Integration 0007739411 Sep 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UPMC Genomics AI Platform (→Negotiate)  |  [SEED] Allegheny Health Network Cloud (→Propose)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AHN Patient Data Integration  |  [SEED] UPMC Health Plan Automation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St Clair Health Modernization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Heritage Valley Health AI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2026-07-18T21:07:25Z</dcterms:created>
  <dcterms:modified xsi:type="dcterms:W3CDTF">2026-07-18T21:07:25Z</dcterms:modified>
</cp:coreProperties>
</file>