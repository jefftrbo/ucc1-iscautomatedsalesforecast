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opportunities selected for GM review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880360"/>
            <a:ext cx="11274552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97180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 BRIEFING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1127455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US Public Sector IBM Technology forecast stands at $1.0M IBM Tech across 8 selected opportunities closing in Q3 2026, with a total contract value of $1.1M. 0 deals are rated High confidence and 0 have first-line manager confirmation. The largest opportunity is IBM Defender SW - Hardware at $0.5M, currently in 2 - Qualify. Next Steps health: 2 fresh, 2 stale, 2 undated, 2 blank across all selected opportunities. Of the 5 low-confidence deals, 2 with no Next Steps, 2 with undated notes require immediate seller attention.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1127455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Tech forecast: $1.0M across 8 opportunities — 0 High confidence, 0 FLM confirmed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deal: IBM Defender SW - Hardware (HORIZON BLUE CROSS BLUE SHEILD-US) — $0.5M | 2 - Qualify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health: 2 fresh · 2 stale · 2 undated · 2 blank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4 low-confidence deals need attention: 2 with no Next Steps, 2 with undated notes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Turbonomic for Horizon BCBS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Kristina Moreland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Defender SW - Hardware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Meg Moore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4/7 KH Preparing Defender update for Horizon.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MQ on Containers Expansion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Kaleb Mekonnen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NS: Meet with customer face to face to discuss MQ on Co…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| StreamSets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Anisa Ara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7/12 AA: Streamsets demonstration completed with IBMC.…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PowerVS Cloud Opportunity for OnPrem to Cloud Strategy - Hardware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Ann Marie Walker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6/19 - 6/23 meeting will determine execution by Horizon…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Collab Medical Policy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Anisa Ara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7/12 AA: joined by Kyle Freeman from IBMC and Becca Sha…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HEALTHCARE SERVICES DBA HORIZON BLUE CROSS BLUE SHIELD OFNJ MOD B2B Integration 0007019543 Jun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$17,657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$85,140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Phoebe Nichols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Engage Annuity, Jcronin@ibm.com the Opty-Creator for Pl…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7840 to 7850 Storage Fabric FCIP Router Refresh for Replication  - Hardware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BLUE SHEILD-US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Ann Marie Walker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6" name="Text 3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This Week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11, 2026 · 6:00 AM → live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731520"/>
            <a:ext cx="11612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pipeline review (live vs Jul 11, 2026 · 6:00 AM) shows 8 new, 2 promoted, 2 amount changes, 1 slipped, 1 pulled in. 8 new deals entered the pipeline. 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554480"/>
          <a:ext cx="116128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31520"/>
                <a:gridCol w="88696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Count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Top Examples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New Deals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98038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IBM Defender SW - Hardware  |  Collab Medical Policy  |  IBM PowerVS Cloud Opportunity for OnPrem to Cloud Strategy - Hardware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Stage Promoted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43CE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[SEED] Horizon BCBS NJ AI Claims (→Negotiate)  |  [SEED] Horizon BCBS NJ Cloud Migration (→Propose)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Amount Changes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25252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[SEED] RWJBarnabas Health watsonx Pilot  |  [SEED] Atlantic Health Automation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 Date Slipped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A1E28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[SEED] Virtua Health Modernize (+31d)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Pulled In Earlier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98038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[SEED] Hackensack Meridian Cloud (-14d)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3657600"/>
            <a:ext cx="11612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new deals added to pipeline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deals advanced in stage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1 deal with slipped close dates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deals with significant amount changes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9" name="Text 6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18,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US Public Sector GM Meeting</dc:subject>
  <dc:creator>ISC Automated Sales Forecast</dc:creator>
  <cp:lastModifiedBy>ISC Automated Sales Forecast</cp:lastModifiedBy>
  <cp:revision>1</cp:revision>
  <dcterms:created xsi:type="dcterms:W3CDTF">2026-07-19T01:58:22Z</dcterms:created>
  <dcterms:modified xsi:type="dcterms:W3CDTF">2026-07-19T01:58:22Z</dcterms:modified>
</cp:coreProperties>
</file>