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opportunities · 6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·  Opportunity  ·  Close Date  ·  Forecast  ·  Score  ·  Total Amt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3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024128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UM and Pr…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Rate Card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Renewal-HORIZON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for Horizon BCBS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RFP-AI First - Horizon Contrac…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Quality Assurance &amp; 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AWS Product Engineerin…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JULY S = R  (Flex Service…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Defender SW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2026-06-28 for HORI…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ID-00219155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$5,875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MQ on Containers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024128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 |…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$9,749,000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Horizon:  Salesforce Provider…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Integrated clinical data excha…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AUG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Universal Payment system Mainf…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Digital Front Door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BCBS of NJ DevOps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ServiceNow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Guardium SaaS AWS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PowerVS Cloud Opportunity…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Horizon Health…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Bob Preview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3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024128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 for Pellera -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Helix Services +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$422,362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Guardium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Collab Medical Policy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SERVICES DB…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$85,140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ICoE Support &amp; Maint…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NMS to MembersEdge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SEP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$601,476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7840 to 7850 Storage Fabri…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 Pipeline Report</dc:subject>
  <dc:creator>ISC Automated Sales Forecast</dc:creator>
  <cp:lastModifiedBy>ISC Automated Sales Forecast</cp:lastModifiedBy>
  <cp:revision>1</cp:revision>
  <dcterms:created xsi:type="dcterms:W3CDTF">2026-07-22T03:58:11Z</dcterms:created>
  <dcterms:modified xsi:type="dcterms:W3CDTF">2026-07-22T03:58:11Z</dcterms:modified>
</cp:coreProperties>
</file>