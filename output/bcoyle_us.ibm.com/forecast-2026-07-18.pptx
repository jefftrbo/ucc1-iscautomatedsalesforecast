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opportunities selected for GM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$9.1M IBM Tech across 12 selected opportunities closing in Q3 2026, with a total contract value of $10.5M. 2 deals are rated High confidence and 3 have first-line manager confirmation. The largest opportunity is [SEED] RWJBarnabas Health watsonx Pilot at $3.0M, currently in Negotiate. Next Steps health: 4 fresh, 1 stale, 3 undated, 4 blank across all selected opportunities.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$9.1M across 12 opportunities — 2 High confidence, 3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[SEED] RWJBarnabas Health watsonx Pilot (RWJBarnabas Health) — $3.0M | Negotiate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4 fresh · 1 stale · 3 undated · 4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low-confidence deals have current Next Steps — no immediate action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HORIZON/0071393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2026-05-05 for HORIZON/4364127 via INGRAM /CONVERG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Michael Langton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Conga Comments: Vicom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 Card Co-Create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Dan Hahn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7/1-2 Final AMS Renewal RFP workshop including this con…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Actively trying to get a follow up meeting wit…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 for OnPrem to Cloud Strategy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Ann Marie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6/19 - 6/23 meeting will determine execution by Horizon…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RWJBarnabas Health watsonx 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RWJBarnabas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Coyle (Horizon BCBS NJ)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Negotiating final contract terms. Procurement aligned.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7/13 AA: Requirements received. POC to kick off 7/13.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Horizon BCBS NJ AI Claims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NJ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Negotiate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Brian Coyle (Horizon BCBS NJ)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Final proposal delivered July 17. Exec review in progre…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Helix Services +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Alberto Battelli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7/16/26 No movement, possible action with the renewal 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Jay Pathak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 - HCM ARC RRC)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PRADEEP RAMAKRISHNAN NAIR JOTHEESHMATHI AMMA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40 new, 2 promoted, 2 amount changes, 1 slipped, 1 pulled in. 40 new deals entered the pipeline. 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IBM Defender SW - Hardware  |  Collab Medical Policy  |  IBM PowerVS Cloud Opportunity for OnPrem to Cloud Strategy - Hardware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Horizon BCBS NJ AI Claims (→Negotiate)  |  [SEED] Horizon BCBS NJ Cloud Migration (→Propose)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RWJBarnabas Health watsonx Pilot  |  [SEED] Atlantic Health Automation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Virtua Health Modernize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Hackensack Meridian Cloud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11612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new deals added to pipeline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advanced in stage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deal with slipped close dates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with significant amount changes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US Public Sector GM Meeting</dc:subject>
  <dc:creator>ISC Automated Sales Forecast</dc:creator>
  <cp:lastModifiedBy>ISC Automated Sales Forecast</cp:lastModifiedBy>
  <cp:revision>1</cp:revision>
  <dcterms:created xsi:type="dcterms:W3CDTF">2026-07-18T20:51:45Z</dcterms:created>
  <dcterms:modified xsi:type="dcterms:W3CDTF">2026-07-18T20:51:45Z</dcterms:modified>
</cp:coreProperties>
</file>