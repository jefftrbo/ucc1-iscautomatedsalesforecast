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37160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opportunities · 6 columns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Date  ·  Total Amt  ·  Account  ·  Opportunity  ·  Forecast  ·  Score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3429000"/>
            <a:ext cx="11274552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52044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F6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 BRIEFING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3794760"/>
            <a:ext cx="1127455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week's US Public Sector IBM Technology forecast stands at $4.4M IBM Tech across 6 selected opportunities closing in Q3 2026, with a total contract value of $5.4M. 1 deal is rated High confidence and 3 have first-line manager confirmation. The largest opportunity is [SEED] UPMC watsonx Clinical AI at $2.2M, currently in Negotiate. Next Steps health: 0 fresh, 0 stale, 4 undated, 2 blank across all selected opportunities. Of the 3 low-confidence deals, 1 with no Next Steps, 2 with undated notes require immediate seller attention.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521208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Tech forecast: $4.4M across 6 opportunities — 1 High confidence, 3 FLM confirmed</a:t>
            </a:r>
            <a:endParaRPr lang="en-US" sz="1000" dirty="0"/>
          </a:p>
          <a:p>
            <a:r>
              <a:rPr lang="en-US" sz="1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deal: [SEED] UPMC watsonx Clinical AI (UPMC) — $2.2M | Negotiate</a:t>
            </a:r>
            <a:endParaRPr lang="en-US" sz="1000" dirty="0"/>
          </a:p>
          <a:p>
            <a:r>
              <a:rPr lang="en-US" sz="1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health: 0 fresh · 0 stale · 4 undated · 2 blank</a:t>
            </a:r>
            <a:endParaRPr lang="en-US" sz="1000" dirty="0"/>
          </a:p>
          <a:p>
            <a:r>
              <a:rPr lang="en-US" sz="1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3 low-confidence deals need attention: 1 with no Next Steps, 2 with undated notes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630936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1335024"/>
                <a:gridCol w="1499616"/>
                <a:gridCol w="2834640"/>
                <a:gridCol w="3776472"/>
                <a:gridCol w="1417320"/>
                <a:gridCol w="1024128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UPMC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[SEED] UPMC watsonx Clinical 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$390,000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Jefferson Health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[SEED] Jefferson Health Automa…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$1,150,000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Highmark Health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[SEED] Highmark Health Data Pl…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$936,000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CHOP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[SEED] Children's Hospital AI…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Penn Medicine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[SEED] Penn Medicine Hybrid Cl…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2026-12-01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$280,000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Temple Health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[SEED] Temple Health Records M…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6" name="Text 3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 This Week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686800" y="914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11, 2026 · 6:00 AM → live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731520"/>
            <a:ext cx="11612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week's pipeline review (live vs Jul 11, 2026 · 6:00 AM) shows 1 promoted, 2 amount changes, 1 slipped, 1 pulled in. 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554480"/>
          <a:ext cx="116128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731520"/>
                <a:gridCol w="886968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Count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Top Examples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Stage Promoted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43CE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F6F6F"/>
                          </a:solidFill>
                        </a:rPr>
                        <a:t>[SEED] Highmark Health Data Platform (→Negotiate)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Amount Changes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25252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F6F6F"/>
                          </a:solidFill>
                        </a:rPr>
                        <a:t>[SEED] Children's Hospital AI Pilot  |  [SEED] Penn Medicine Hybrid Cloud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 Date Slipped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A1E28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F6F6F"/>
                          </a:solidFill>
                        </a:rPr>
                        <a:t>[SEED] Temple Health Records Modernize (+31d)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Pulled In Earlier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98038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F6F6F"/>
                          </a:solidFill>
                        </a:rPr>
                        <a:t>[SEED] Jefferson Health Automation (-14d)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8" name="Text 5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Custom Pipeline Report</dc:subject>
  <dc:creator>ISC Automated Sales Forecast</dc:creator>
  <cp:lastModifiedBy>ISC Automated Sales Forecast</cp:lastModifiedBy>
  <cp:revision>1</cp:revision>
  <dcterms:created xsi:type="dcterms:W3CDTF">2026-07-21T23:46:36Z</dcterms:created>
  <dcterms:modified xsi:type="dcterms:W3CDTF">2026-07-21T23:46:36Z</dcterms:modified>
</cp:coreProperties>
</file>