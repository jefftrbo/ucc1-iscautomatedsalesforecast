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opportunities · 6 columns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 ·  Opportunity  ·  Close Date  ·  Forecast  ·  Total Amt  ·  Score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$10.4M IBM Tech across 23 selected opportunities closing in Q3 2026, with a total contract value of $11.5M. 1 deal is rated High confidence and 4 have first-line manager confirmation. The largest opportunity is 2026-09-"Renewal"-UPMC PRESBYTERIAN SHADYSIDE-0007739411 at $5.0M, currently in 6 - Closing. Next Steps health: 4 fresh, 5 stale, 8 undated, 6 blank across all selected opportunities. Of the 17 low-confidence deals, 5 with no Next Steps, 5 with stale updates, 5 with undated notes require immediate seller attention.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$10.4M across 23 opportunities — 1 High confidence, 4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2026-09-"Renewal"-UPMC PRESBYTERIAN SHADYSIDE-0007739411 (UPMC HEALTH SYSTEMS INC-US) — $5.0M | 6 - Closing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4 fresh · 5 stale · 8 undated · 6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15 low-confidence deals need attention: 5 with no Next Steps, 5 with stale updates, 5 with undated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University of Pittsburgh Medic…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$55,305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Northpointe SVC HWMA -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- MDM QuickStartExpert La…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$104,100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Mass Load-2Q2…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- zOS Extension - UPMC HEA…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Astronomer +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UPMC watsonx Clinical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MQ FTE 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Highmark Health Data Pl…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MQ MFT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Renewal-UPMC HEAL…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Vault to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Vault to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CHOP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Children's Hospital AI…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$936,000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2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2026-09-"Renewal"-UPMC PRESBYT…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$5,011,984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Renewal-UPMC PRES…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$908,121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- SE for IBM i 7.4 - Main…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+ Concert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Turbonomic (VMWare + Azur…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EXP COMP on ID-00567…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$26,839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Presbyterian Shadyside MO…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$92,394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Presbyterian Shadyside MO…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$54,674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2026-09-"Renewal"-RXANTE INC-0…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11, 2026 · 6:00 AM →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pipeline review (live vs Jul 11, 2026 · 6:00 AM) shows 20 new, 1 promoted, 2 amount changes, 1 slipped, 1 pulled in. 20 new deals entered the pipeline. 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869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New Deals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2026-09-"Renewal"-UPMC PRESBYTERIAN SHADYSIDE-0007739411  |  2026-09-SaaS Renewal-UPMC PRESBYTERIAN SHADYSIDE-0077576526-Apptio  |  UPMC - SE for IBM i 7.4 - Maintenance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Stage Promoted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43C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Highmark Health Data Platform (→Negotiate)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Amount Changes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5252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Children's Hospital AI Pilot  |  [SEED] Penn Medicine Hybrid Cloud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 Date Slipped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Temple Health Records Modernize (+31d)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Pulled In Earlier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Jefferson Health Automation (-14d)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 Pipeline Report</dc:subject>
  <dc:creator>ISC Automated Sales Forecast</dc:creator>
  <cp:lastModifiedBy>ISC Automated Sales Forecast</cp:lastModifiedBy>
  <cp:revision>1</cp:revision>
  <dcterms:created xsi:type="dcterms:W3CDTF">2026-07-22T00:12:05Z</dcterms:created>
  <dcterms:modified xsi:type="dcterms:W3CDTF">2026-07-22T00:12:05Z</dcterms:modified>
</cp:coreProperties>
</file>