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opportunities selected for GM review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$7.5M IBM Tech across 16 selected opportunities closing in Q3 2026, with a total contract value of $8.0M. 0 deals are rated High confidence and 0 have first-line manager confirmation. The largest opportunity is HCA: Enterprise Cybersecurity &amp; Cyber Resilience with Guardium at $2.5M, currently in 3 - Design. Next Steps health: 7 fresh, 4 stale, 2 undated, 3 blank across all selected opportunities. Of the 10 low-confidence deals, 3 with no Next Steps, 2 with stale updates, 2 with undated notes require immediate seller attention.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$7.5M across 16 opportunities — 0 High confidence, 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HCA: Enterprise Cybersecurity &amp; Cyber Resilience with Guardium (HCA INC.-US) — $2.5M | 3 - Design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7 fresh · 4 stale · 2 undated · 3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7 low-confidence deals need attention: 3 with no Next Steps, 2 with stale updates, 2 with undated 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IBM resource for Safeguarded copy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Amanda Lockwood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Enterprise Cybersecurity &amp; Cyber Resilience with Guardium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Jason Quimio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(7/10): Guardium material for cyber resiliency proposal…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Bring Joy Back to Nursing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Jason Quimio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(7/17): Build sales campaign to engage key nursing stak…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 IBM DataPower Gateway X4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Amanda Lockwood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Modernizing the Digital Clinical Platform with Match360/MDM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Jason Quimio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(7/17): HCA requested to put POC on hold until August;…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Responsible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Jason Quimio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(7/17): Build AI Governance sales campaign for Mangesh…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z/OS Connect Expansion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Doheny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5/7 - Followed up with Bill Martin. Working to get meet…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Db2 Upsell Opportunity (Engage the Base)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Jason Quimio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identified by WW Sales Leadership. Read th…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Confluent (better together)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Jason Quimio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This opp was generated by WW Sales Leadership. Scroll 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Doheny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zMFA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4 - Propose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$481,267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$481,267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Ryan Doheny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5/7 - cutover from z15 to z17 D/r Box is complete. Got…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Mullen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3/27 - Josh Surre presented on the Cyber Resiliency ini…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Public Sector Sales Forecast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795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822960"/>
                <a:gridCol w="822960"/>
                <a:gridCol w="731520"/>
                <a:gridCol w="868680"/>
                <a:gridCol w="868680"/>
                <a:gridCol w="1188720"/>
                <a:gridCol w="73152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IBM Tech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FLM Judgement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Next Steps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Master Data Management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Shashi Bhattad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8/5 Customer plans to regroup beigniing of August to co…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Asset Lifecycle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2 - Qualify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Mullen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7/15 WK: Interest from HCA to attend MaximoWorld. Not e…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App Dev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Joseph Mullen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4/7 - Need to reach out to Jenn Jones for introduction…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 Power Refresh (Power 11)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1 - Engage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Amanda Lockwood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61616"/>
                          </a:solidFill>
                        </a:rPr>
                        <a:t>7/14 AH: Spoke with the Bob at Pellera and he mentioned…</a:t>
                      </a:r>
                      <a:endParaRPr lang="en-US" sz="8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16 new, 1 promoted, 2 amount changes, 1 slipped, 1 pulled in. 16 new deals entered the pipeline. 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HCA: Enterprise Cybersecurity &amp; Cyber Resilience with Guardium  |  HCA -  Power Refresh (Power 11) - Hardware  |  HCA: Modernizing the Digital Clinical Platform with Match360/MDM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HCA Cloud Infrastructure Phase 2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TriStar Health Analytics  |  [SEED] Sarah Cannon Research AI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Centennial Medical Center Cloud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Medical City Dallas Modernize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11612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new deals added to pipeline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deal advanced in stage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deal with slipped close dates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 with significant amount changes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 Public Sector GM Meeting</dc:subject>
  <dc:creator>ISC Automated Sales Forecast</dc:creator>
  <cp:lastModifiedBy>ISC Automated Sales Forecast</cp:lastModifiedBy>
  <cp:revision>1</cp:revision>
  <dcterms:created xsi:type="dcterms:W3CDTF">2026-07-21T15:46:31Z</dcterms:created>
  <dcterms:modified xsi:type="dcterms:W3CDTF">2026-07-21T15:46:31Z</dcterms:modified>
</cp:coreProperties>
</file>