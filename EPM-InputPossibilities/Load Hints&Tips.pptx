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9" r:id="rId2"/>
    <p:sldId id="257" r:id="rId3"/>
    <p:sldId id="260"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5E2FF"/>
    <a:srgbClr val="99CCFF"/>
    <a:srgbClr val="D5E3FF"/>
    <a:srgbClr val="6699FF"/>
    <a:srgbClr val="E5F2FF"/>
    <a:srgbClr val="BDD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0357CF-1859-4A43-8A0E-5DB44C048D7B}" type="datetimeFigureOut">
              <a:rPr lang="en-US" smtClean="0"/>
              <a:t>12/18/2025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17AA6D-C1BB-4A73-9DA0-3994D60096E5}" type="slidenum">
              <a:rPr lang="en-US" smtClean="0"/>
              <a:t>‹#›</a:t>
            </a:fld>
            <a:endParaRPr lang="en-US"/>
          </a:p>
        </p:txBody>
      </p:sp>
    </p:spTree>
    <p:extLst>
      <p:ext uri="{BB962C8B-B14F-4D97-AF65-F5344CB8AC3E}">
        <p14:creationId xmlns:p14="http://schemas.microsoft.com/office/powerpoint/2010/main" val="3970743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849B2-A3E0-A9A7-F46A-F409034695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7716BE-3AAC-940D-8685-B6FC2EC1B6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194D5F-390D-66A9-5B96-FD5A874257FB}"/>
              </a:ext>
            </a:extLst>
          </p:cNvPr>
          <p:cNvSpPr>
            <a:spLocks noGrp="1"/>
          </p:cNvSpPr>
          <p:nvPr>
            <p:ph type="dt" sz="half" idx="10"/>
          </p:nvPr>
        </p:nvSpPr>
        <p:spPr/>
        <p:txBody>
          <a:bodyPr/>
          <a:lstStyle/>
          <a:p>
            <a:fld id="{1C904FBA-BDB5-4CD1-A230-C6E3A51930CC}" type="datetimeFigureOut">
              <a:rPr lang="en-US" smtClean="0"/>
              <a:t>12/18/2025</a:t>
            </a:fld>
            <a:endParaRPr lang="en-US"/>
          </a:p>
        </p:txBody>
      </p:sp>
      <p:sp>
        <p:nvSpPr>
          <p:cNvPr id="5" name="Footer Placeholder 4">
            <a:extLst>
              <a:ext uri="{FF2B5EF4-FFF2-40B4-BE49-F238E27FC236}">
                <a16:creationId xmlns:a16="http://schemas.microsoft.com/office/drawing/2014/main" id="{5D6F7E40-7C73-1F86-458A-5A0CD6508C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1464B8-74FC-F61F-5F1E-9AE030C3CD3C}"/>
              </a:ext>
            </a:extLst>
          </p:cNvPr>
          <p:cNvSpPr>
            <a:spLocks noGrp="1"/>
          </p:cNvSpPr>
          <p:nvPr>
            <p:ph type="sldNum" sz="quarter" idx="12"/>
          </p:nvPr>
        </p:nvSpPr>
        <p:spPr/>
        <p:txBody>
          <a:bodyPr/>
          <a:lstStyle/>
          <a:p>
            <a:fld id="{702A1456-CD6D-493B-ABB2-7F4963425A29}" type="slidenum">
              <a:rPr lang="en-US" smtClean="0"/>
              <a:t>‹#›</a:t>
            </a:fld>
            <a:endParaRPr lang="en-US"/>
          </a:p>
        </p:txBody>
      </p:sp>
    </p:spTree>
    <p:extLst>
      <p:ext uri="{BB962C8B-B14F-4D97-AF65-F5344CB8AC3E}">
        <p14:creationId xmlns:p14="http://schemas.microsoft.com/office/powerpoint/2010/main" val="1051425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8CD08-C78F-2F62-D70A-B3E5FA88B4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68C865-B32C-0114-42E6-A6D2742E5C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38C7DC-EB15-AE6C-9E88-2D00A325E03D}"/>
              </a:ext>
            </a:extLst>
          </p:cNvPr>
          <p:cNvSpPr>
            <a:spLocks noGrp="1"/>
          </p:cNvSpPr>
          <p:nvPr>
            <p:ph type="dt" sz="half" idx="10"/>
          </p:nvPr>
        </p:nvSpPr>
        <p:spPr/>
        <p:txBody>
          <a:bodyPr/>
          <a:lstStyle/>
          <a:p>
            <a:fld id="{1C904FBA-BDB5-4CD1-A230-C6E3A51930CC}" type="datetimeFigureOut">
              <a:rPr lang="en-US" smtClean="0"/>
              <a:t>12/18/2025</a:t>
            </a:fld>
            <a:endParaRPr lang="en-US"/>
          </a:p>
        </p:txBody>
      </p:sp>
      <p:sp>
        <p:nvSpPr>
          <p:cNvPr id="5" name="Footer Placeholder 4">
            <a:extLst>
              <a:ext uri="{FF2B5EF4-FFF2-40B4-BE49-F238E27FC236}">
                <a16:creationId xmlns:a16="http://schemas.microsoft.com/office/drawing/2014/main" id="{9DA55694-E17C-CD71-FF38-5A2F913B7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C8328E-386E-4B76-898F-97F93F650E69}"/>
              </a:ext>
            </a:extLst>
          </p:cNvPr>
          <p:cNvSpPr>
            <a:spLocks noGrp="1"/>
          </p:cNvSpPr>
          <p:nvPr>
            <p:ph type="sldNum" sz="quarter" idx="12"/>
          </p:nvPr>
        </p:nvSpPr>
        <p:spPr/>
        <p:txBody>
          <a:bodyPr/>
          <a:lstStyle/>
          <a:p>
            <a:fld id="{702A1456-CD6D-493B-ABB2-7F4963425A29}" type="slidenum">
              <a:rPr lang="en-US" smtClean="0"/>
              <a:t>‹#›</a:t>
            </a:fld>
            <a:endParaRPr lang="en-US"/>
          </a:p>
        </p:txBody>
      </p:sp>
    </p:spTree>
    <p:extLst>
      <p:ext uri="{BB962C8B-B14F-4D97-AF65-F5344CB8AC3E}">
        <p14:creationId xmlns:p14="http://schemas.microsoft.com/office/powerpoint/2010/main" val="2645357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01443-CA0A-9A58-A478-0E195DE3C0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A14C4D-DFAB-7115-D533-069AAE1F93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B1A654A-962D-0491-5439-A0E6B92ECAF8}"/>
              </a:ext>
            </a:extLst>
          </p:cNvPr>
          <p:cNvSpPr>
            <a:spLocks noGrp="1"/>
          </p:cNvSpPr>
          <p:nvPr>
            <p:ph type="dt" sz="half" idx="10"/>
          </p:nvPr>
        </p:nvSpPr>
        <p:spPr/>
        <p:txBody>
          <a:bodyPr/>
          <a:lstStyle/>
          <a:p>
            <a:fld id="{1C904FBA-BDB5-4CD1-A230-C6E3A51930CC}" type="datetimeFigureOut">
              <a:rPr lang="en-US" smtClean="0"/>
              <a:t>12/18/2025</a:t>
            </a:fld>
            <a:endParaRPr lang="en-US"/>
          </a:p>
        </p:txBody>
      </p:sp>
      <p:sp>
        <p:nvSpPr>
          <p:cNvPr id="5" name="Footer Placeholder 4">
            <a:extLst>
              <a:ext uri="{FF2B5EF4-FFF2-40B4-BE49-F238E27FC236}">
                <a16:creationId xmlns:a16="http://schemas.microsoft.com/office/drawing/2014/main" id="{057FB8CB-8CEF-844D-65E1-06F2437D6B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E65E90-22C1-3406-D0BB-78FF80F57D6E}"/>
              </a:ext>
            </a:extLst>
          </p:cNvPr>
          <p:cNvSpPr>
            <a:spLocks noGrp="1"/>
          </p:cNvSpPr>
          <p:nvPr>
            <p:ph type="sldNum" sz="quarter" idx="12"/>
          </p:nvPr>
        </p:nvSpPr>
        <p:spPr/>
        <p:txBody>
          <a:bodyPr/>
          <a:lstStyle/>
          <a:p>
            <a:fld id="{702A1456-CD6D-493B-ABB2-7F4963425A29}" type="slidenum">
              <a:rPr lang="en-US" smtClean="0"/>
              <a:t>‹#›</a:t>
            </a:fld>
            <a:endParaRPr lang="en-US"/>
          </a:p>
        </p:txBody>
      </p:sp>
    </p:spTree>
    <p:extLst>
      <p:ext uri="{BB962C8B-B14F-4D97-AF65-F5344CB8AC3E}">
        <p14:creationId xmlns:p14="http://schemas.microsoft.com/office/powerpoint/2010/main" val="3567731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DC024-55BD-ADDA-DCCD-E0C1F6FA99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AB50E3-0EC4-0FAA-8514-71280718FD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50DB3C-ED2B-B03E-CF74-C5972AB3F8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63C189-4E21-04E5-F118-C6750F52946A}"/>
              </a:ext>
            </a:extLst>
          </p:cNvPr>
          <p:cNvSpPr>
            <a:spLocks noGrp="1"/>
          </p:cNvSpPr>
          <p:nvPr>
            <p:ph type="dt" sz="half" idx="10"/>
          </p:nvPr>
        </p:nvSpPr>
        <p:spPr/>
        <p:txBody>
          <a:bodyPr/>
          <a:lstStyle/>
          <a:p>
            <a:fld id="{1C904FBA-BDB5-4CD1-A230-C6E3A51930CC}" type="datetimeFigureOut">
              <a:rPr lang="en-US" smtClean="0"/>
              <a:t>12/18/2025</a:t>
            </a:fld>
            <a:endParaRPr lang="en-US"/>
          </a:p>
        </p:txBody>
      </p:sp>
      <p:sp>
        <p:nvSpPr>
          <p:cNvPr id="6" name="Footer Placeholder 5">
            <a:extLst>
              <a:ext uri="{FF2B5EF4-FFF2-40B4-BE49-F238E27FC236}">
                <a16:creationId xmlns:a16="http://schemas.microsoft.com/office/drawing/2014/main" id="{559F0B3D-EC83-3356-E9BC-4852A33F68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B1631F-C2E7-AFC5-2B40-62233595B595}"/>
              </a:ext>
            </a:extLst>
          </p:cNvPr>
          <p:cNvSpPr>
            <a:spLocks noGrp="1"/>
          </p:cNvSpPr>
          <p:nvPr>
            <p:ph type="sldNum" sz="quarter" idx="12"/>
          </p:nvPr>
        </p:nvSpPr>
        <p:spPr/>
        <p:txBody>
          <a:bodyPr/>
          <a:lstStyle/>
          <a:p>
            <a:fld id="{702A1456-CD6D-493B-ABB2-7F4963425A29}" type="slidenum">
              <a:rPr lang="en-US" smtClean="0"/>
              <a:t>‹#›</a:t>
            </a:fld>
            <a:endParaRPr lang="en-US"/>
          </a:p>
        </p:txBody>
      </p:sp>
    </p:spTree>
    <p:extLst>
      <p:ext uri="{BB962C8B-B14F-4D97-AF65-F5344CB8AC3E}">
        <p14:creationId xmlns:p14="http://schemas.microsoft.com/office/powerpoint/2010/main" val="504198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DFEB7-3F5A-BF95-7CE4-E5A4826DB1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883418-4E70-5462-4F42-60D081A078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223276-E661-56DD-73D3-AA64BC33B7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3A9FEF-EC47-2950-2597-05E37319B3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842384-C6D9-D565-FCF0-331ABD9EE2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744278-35E4-054C-4F71-E8EBF44868D1}"/>
              </a:ext>
            </a:extLst>
          </p:cNvPr>
          <p:cNvSpPr>
            <a:spLocks noGrp="1"/>
          </p:cNvSpPr>
          <p:nvPr>
            <p:ph type="dt" sz="half" idx="10"/>
          </p:nvPr>
        </p:nvSpPr>
        <p:spPr/>
        <p:txBody>
          <a:bodyPr/>
          <a:lstStyle/>
          <a:p>
            <a:fld id="{1C904FBA-BDB5-4CD1-A230-C6E3A51930CC}" type="datetimeFigureOut">
              <a:rPr lang="en-US" smtClean="0"/>
              <a:t>12/18/2025</a:t>
            </a:fld>
            <a:endParaRPr lang="en-US"/>
          </a:p>
        </p:txBody>
      </p:sp>
      <p:sp>
        <p:nvSpPr>
          <p:cNvPr id="8" name="Footer Placeholder 7">
            <a:extLst>
              <a:ext uri="{FF2B5EF4-FFF2-40B4-BE49-F238E27FC236}">
                <a16:creationId xmlns:a16="http://schemas.microsoft.com/office/drawing/2014/main" id="{A9E5AD21-55D0-A612-C020-8D7F5DFE67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AADA33-D421-952A-28B2-65C2988D49F5}"/>
              </a:ext>
            </a:extLst>
          </p:cNvPr>
          <p:cNvSpPr>
            <a:spLocks noGrp="1"/>
          </p:cNvSpPr>
          <p:nvPr>
            <p:ph type="sldNum" sz="quarter" idx="12"/>
          </p:nvPr>
        </p:nvSpPr>
        <p:spPr/>
        <p:txBody>
          <a:bodyPr/>
          <a:lstStyle/>
          <a:p>
            <a:fld id="{702A1456-CD6D-493B-ABB2-7F4963425A29}" type="slidenum">
              <a:rPr lang="en-US" smtClean="0"/>
              <a:t>‹#›</a:t>
            </a:fld>
            <a:endParaRPr lang="en-US"/>
          </a:p>
        </p:txBody>
      </p:sp>
    </p:spTree>
    <p:extLst>
      <p:ext uri="{BB962C8B-B14F-4D97-AF65-F5344CB8AC3E}">
        <p14:creationId xmlns:p14="http://schemas.microsoft.com/office/powerpoint/2010/main" val="988487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2DF5-1E80-F0F6-6F0A-C63C01B0EE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DDC7DF-CEC6-D2F1-29B1-E6B2B585EDDE}"/>
              </a:ext>
            </a:extLst>
          </p:cNvPr>
          <p:cNvSpPr>
            <a:spLocks noGrp="1"/>
          </p:cNvSpPr>
          <p:nvPr>
            <p:ph type="dt" sz="half" idx="10"/>
          </p:nvPr>
        </p:nvSpPr>
        <p:spPr/>
        <p:txBody>
          <a:bodyPr/>
          <a:lstStyle/>
          <a:p>
            <a:fld id="{1C904FBA-BDB5-4CD1-A230-C6E3A51930CC}" type="datetimeFigureOut">
              <a:rPr lang="en-US" smtClean="0"/>
              <a:t>12/18/2025</a:t>
            </a:fld>
            <a:endParaRPr lang="en-US"/>
          </a:p>
        </p:txBody>
      </p:sp>
      <p:sp>
        <p:nvSpPr>
          <p:cNvPr id="4" name="Footer Placeholder 3">
            <a:extLst>
              <a:ext uri="{FF2B5EF4-FFF2-40B4-BE49-F238E27FC236}">
                <a16:creationId xmlns:a16="http://schemas.microsoft.com/office/drawing/2014/main" id="{A655002A-A563-8666-009B-59580A13D3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A21A3E-F4F9-BB7E-C53E-71D420A00E1C}"/>
              </a:ext>
            </a:extLst>
          </p:cNvPr>
          <p:cNvSpPr>
            <a:spLocks noGrp="1"/>
          </p:cNvSpPr>
          <p:nvPr>
            <p:ph type="sldNum" sz="quarter" idx="12"/>
          </p:nvPr>
        </p:nvSpPr>
        <p:spPr/>
        <p:txBody>
          <a:bodyPr/>
          <a:lstStyle/>
          <a:p>
            <a:fld id="{702A1456-CD6D-493B-ABB2-7F4963425A29}" type="slidenum">
              <a:rPr lang="en-US" smtClean="0"/>
              <a:t>‹#›</a:t>
            </a:fld>
            <a:endParaRPr lang="en-US"/>
          </a:p>
        </p:txBody>
      </p:sp>
    </p:spTree>
    <p:extLst>
      <p:ext uri="{BB962C8B-B14F-4D97-AF65-F5344CB8AC3E}">
        <p14:creationId xmlns:p14="http://schemas.microsoft.com/office/powerpoint/2010/main" val="923863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FDF920-3CF8-B86D-C64D-9AF01BEFAD7E}"/>
              </a:ext>
            </a:extLst>
          </p:cNvPr>
          <p:cNvSpPr>
            <a:spLocks noGrp="1"/>
          </p:cNvSpPr>
          <p:nvPr>
            <p:ph type="dt" sz="half" idx="10"/>
          </p:nvPr>
        </p:nvSpPr>
        <p:spPr/>
        <p:txBody>
          <a:bodyPr/>
          <a:lstStyle/>
          <a:p>
            <a:fld id="{1C904FBA-BDB5-4CD1-A230-C6E3A51930CC}" type="datetimeFigureOut">
              <a:rPr lang="en-US" smtClean="0"/>
              <a:t>12/18/2025</a:t>
            </a:fld>
            <a:endParaRPr lang="en-US"/>
          </a:p>
        </p:txBody>
      </p:sp>
      <p:sp>
        <p:nvSpPr>
          <p:cNvPr id="3" name="Footer Placeholder 2">
            <a:extLst>
              <a:ext uri="{FF2B5EF4-FFF2-40B4-BE49-F238E27FC236}">
                <a16:creationId xmlns:a16="http://schemas.microsoft.com/office/drawing/2014/main" id="{D6B6243A-91A8-FD66-C2D3-AA9B022906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A36F61-BE43-D4BF-FC4C-ADFEE619D65A}"/>
              </a:ext>
            </a:extLst>
          </p:cNvPr>
          <p:cNvSpPr>
            <a:spLocks noGrp="1"/>
          </p:cNvSpPr>
          <p:nvPr>
            <p:ph type="sldNum" sz="quarter" idx="12"/>
          </p:nvPr>
        </p:nvSpPr>
        <p:spPr/>
        <p:txBody>
          <a:bodyPr/>
          <a:lstStyle/>
          <a:p>
            <a:fld id="{702A1456-CD6D-493B-ABB2-7F4963425A29}" type="slidenum">
              <a:rPr lang="en-US" smtClean="0"/>
              <a:t>‹#›</a:t>
            </a:fld>
            <a:endParaRPr lang="en-US"/>
          </a:p>
        </p:txBody>
      </p:sp>
    </p:spTree>
    <p:extLst>
      <p:ext uri="{BB962C8B-B14F-4D97-AF65-F5344CB8AC3E}">
        <p14:creationId xmlns:p14="http://schemas.microsoft.com/office/powerpoint/2010/main" val="2617862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B831A-E69D-C081-8471-C6C771D12E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411C18-F926-586B-790B-D0DC1341DD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6BCFCE-8973-0161-9563-6F8588DF81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D62734-0974-A2B4-E771-619E2F888DE5}"/>
              </a:ext>
            </a:extLst>
          </p:cNvPr>
          <p:cNvSpPr>
            <a:spLocks noGrp="1"/>
          </p:cNvSpPr>
          <p:nvPr>
            <p:ph type="dt" sz="half" idx="10"/>
          </p:nvPr>
        </p:nvSpPr>
        <p:spPr/>
        <p:txBody>
          <a:bodyPr/>
          <a:lstStyle/>
          <a:p>
            <a:fld id="{1C904FBA-BDB5-4CD1-A230-C6E3A51930CC}" type="datetimeFigureOut">
              <a:rPr lang="en-US" smtClean="0"/>
              <a:t>12/18/2025</a:t>
            </a:fld>
            <a:endParaRPr lang="en-US"/>
          </a:p>
        </p:txBody>
      </p:sp>
      <p:sp>
        <p:nvSpPr>
          <p:cNvPr id="6" name="Footer Placeholder 5">
            <a:extLst>
              <a:ext uri="{FF2B5EF4-FFF2-40B4-BE49-F238E27FC236}">
                <a16:creationId xmlns:a16="http://schemas.microsoft.com/office/drawing/2014/main" id="{AB41A0DA-70DF-6B7A-F788-B97A6B0689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3C13CC-96B1-B312-98F5-6B10AA5E14CD}"/>
              </a:ext>
            </a:extLst>
          </p:cNvPr>
          <p:cNvSpPr>
            <a:spLocks noGrp="1"/>
          </p:cNvSpPr>
          <p:nvPr>
            <p:ph type="sldNum" sz="quarter" idx="12"/>
          </p:nvPr>
        </p:nvSpPr>
        <p:spPr/>
        <p:txBody>
          <a:bodyPr/>
          <a:lstStyle/>
          <a:p>
            <a:fld id="{702A1456-CD6D-493B-ABB2-7F4963425A29}" type="slidenum">
              <a:rPr lang="en-US" smtClean="0"/>
              <a:t>‹#›</a:t>
            </a:fld>
            <a:endParaRPr lang="en-US"/>
          </a:p>
        </p:txBody>
      </p:sp>
    </p:spTree>
    <p:extLst>
      <p:ext uri="{BB962C8B-B14F-4D97-AF65-F5344CB8AC3E}">
        <p14:creationId xmlns:p14="http://schemas.microsoft.com/office/powerpoint/2010/main" val="2277737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9A9B6-F1DC-7F75-8622-62580F4E96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C1F823-09D9-1892-7F44-D1F2946F75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1789C2-F408-C92E-12DB-1DC3366BAE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515573-461C-E589-C165-D4542AEB338B}"/>
              </a:ext>
            </a:extLst>
          </p:cNvPr>
          <p:cNvSpPr>
            <a:spLocks noGrp="1"/>
          </p:cNvSpPr>
          <p:nvPr>
            <p:ph type="dt" sz="half" idx="10"/>
          </p:nvPr>
        </p:nvSpPr>
        <p:spPr/>
        <p:txBody>
          <a:bodyPr/>
          <a:lstStyle/>
          <a:p>
            <a:fld id="{1C904FBA-BDB5-4CD1-A230-C6E3A51930CC}" type="datetimeFigureOut">
              <a:rPr lang="en-US" smtClean="0"/>
              <a:t>12/18/2025</a:t>
            </a:fld>
            <a:endParaRPr lang="en-US"/>
          </a:p>
        </p:txBody>
      </p:sp>
      <p:sp>
        <p:nvSpPr>
          <p:cNvPr id="6" name="Footer Placeholder 5">
            <a:extLst>
              <a:ext uri="{FF2B5EF4-FFF2-40B4-BE49-F238E27FC236}">
                <a16:creationId xmlns:a16="http://schemas.microsoft.com/office/drawing/2014/main" id="{5FC1B9FE-0B59-A603-186D-951CBB226C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145162-9D92-A22B-BEAD-A2F6757B9945}"/>
              </a:ext>
            </a:extLst>
          </p:cNvPr>
          <p:cNvSpPr>
            <a:spLocks noGrp="1"/>
          </p:cNvSpPr>
          <p:nvPr>
            <p:ph type="sldNum" sz="quarter" idx="12"/>
          </p:nvPr>
        </p:nvSpPr>
        <p:spPr/>
        <p:txBody>
          <a:bodyPr/>
          <a:lstStyle/>
          <a:p>
            <a:fld id="{702A1456-CD6D-493B-ABB2-7F4963425A29}" type="slidenum">
              <a:rPr lang="en-US" smtClean="0"/>
              <a:t>‹#›</a:t>
            </a:fld>
            <a:endParaRPr lang="en-US"/>
          </a:p>
        </p:txBody>
      </p:sp>
    </p:spTree>
    <p:extLst>
      <p:ext uri="{BB962C8B-B14F-4D97-AF65-F5344CB8AC3E}">
        <p14:creationId xmlns:p14="http://schemas.microsoft.com/office/powerpoint/2010/main" val="2110334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B881C-EB75-602F-CEEE-4904F6D6A0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543F2C-B387-8071-32B8-85397018E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8979E4-D544-572F-0CCB-CDC542BE48E5}"/>
              </a:ext>
            </a:extLst>
          </p:cNvPr>
          <p:cNvSpPr>
            <a:spLocks noGrp="1"/>
          </p:cNvSpPr>
          <p:nvPr>
            <p:ph type="dt" sz="half" idx="10"/>
          </p:nvPr>
        </p:nvSpPr>
        <p:spPr/>
        <p:txBody>
          <a:bodyPr/>
          <a:lstStyle/>
          <a:p>
            <a:fld id="{1C904FBA-BDB5-4CD1-A230-C6E3A51930CC}" type="datetimeFigureOut">
              <a:rPr lang="en-US" smtClean="0"/>
              <a:t>12/18/2025</a:t>
            </a:fld>
            <a:endParaRPr lang="en-US"/>
          </a:p>
        </p:txBody>
      </p:sp>
      <p:sp>
        <p:nvSpPr>
          <p:cNvPr id="5" name="Footer Placeholder 4">
            <a:extLst>
              <a:ext uri="{FF2B5EF4-FFF2-40B4-BE49-F238E27FC236}">
                <a16:creationId xmlns:a16="http://schemas.microsoft.com/office/drawing/2014/main" id="{4877A3B7-5775-B3B5-FABE-2B5479ECF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607AB1-E0FE-BFBB-2ED0-597EBE34F419}"/>
              </a:ext>
            </a:extLst>
          </p:cNvPr>
          <p:cNvSpPr>
            <a:spLocks noGrp="1"/>
          </p:cNvSpPr>
          <p:nvPr>
            <p:ph type="sldNum" sz="quarter" idx="12"/>
          </p:nvPr>
        </p:nvSpPr>
        <p:spPr/>
        <p:txBody>
          <a:bodyPr/>
          <a:lstStyle/>
          <a:p>
            <a:fld id="{702A1456-CD6D-493B-ABB2-7F4963425A29}" type="slidenum">
              <a:rPr lang="en-US" smtClean="0"/>
              <a:t>‹#›</a:t>
            </a:fld>
            <a:endParaRPr lang="en-US"/>
          </a:p>
        </p:txBody>
      </p:sp>
    </p:spTree>
    <p:extLst>
      <p:ext uri="{BB962C8B-B14F-4D97-AF65-F5344CB8AC3E}">
        <p14:creationId xmlns:p14="http://schemas.microsoft.com/office/powerpoint/2010/main" val="282766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FBD156-963C-5D38-DE60-9D49A81575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4794B2-0D31-3A73-9AFD-F874CA2820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461EF7-11E1-747A-994D-88FB6C939EF8}"/>
              </a:ext>
            </a:extLst>
          </p:cNvPr>
          <p:cNvSpPr>
            <a:spLocks noGrp="1"/>
          </p:cNvSpPr>
          <p:nvPr>
            <p:ph type="dt" sz="half" idx="10"/>
          </p:nvPr>
        </p:nvSpPr>
        <p:spPr/>
        <p:txBody>
          <a:bodyPr/>
          <a:lstStyle/>
          <a:p>
            <a:fld id="{1C904FBA-BDB5-4CD1-A230-C6E3A51930CC}" type="datetimeFigureOut">
              <a:rPr lang="en-US" smtClean="0"/>
              <a:t>12/18/2025</a:t>
            </a:fld>
            <a:endParaRPr lang="en-US"/>
          </a:p>
        </p:txBody>
      </p:sp>
      <p:sp>
        <p:nvSpPr>
          <p:cNvPr id="5" name="Footer Placeholder 4">
            <a:extLst>
              <a:ext uri="{FF2B5EF4-FFF2-40B4-BE49-F238E27FC236}">
                <a16:creationId xmlns:a16="http://schemas.microsoft.com/office/drawing/2014/main" id="{290EA07A-72B6-2CEC-4B2E-D868E4B4C5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03C3F4-EE23-32B3-D130-ADE0BBD4CB54}"/>
              </a:ext>
            </a:extLst>
          </p:cNvPr>
          <p:cNvSpPr>
            <a:spLocks noGrp="1"/>
          </p:cNvSpPr>
          <p:nvPr>
            <p:ph type="sldNum" sz="quarter" idx="12"/>
          </p:nvPr>
        </p:nvSpPr>
        <p:spPr/>
        <p:txBody>
          <a:bodyPr/>
          <a:lstStyle/>
          <a:p>
            <a:fld id="{702A1456-CD6D-493B-ABB2-7F4963425A29}" type="slidenum">
              <a:rPr lang="en-US" smtClean="0"/>
              <a:t>‹#›</a:t>
            </a:fld>
            <a:endParaRPr lang="en-US"/>
          </a:p>
        </p:txBody>
      </p:sp>
    </p:spTree>
    <p:extLst>
      <p:ext uri="{BB962C8B-B14F-4D97-AF65-F5344CB8AC3E}">
        <p14:creationId xmlns:p14="http://schemas.microsoft.com/office/powerpoint/2010/main" val="727464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Adhoc Deck Title Slide">
    <p:spTree>
      <p:nvGrpSpPr>
        <p:cNvPr id="1" name=""/>
        <p:cNvGrpSpPr/>
        <p:nvPr/>
      </p:nvGrpSpPr>
      <p:grpSpPr>
        <a:xfrm>
          <a:off x="0" y="0"/>
          <a:ext cx="0" cy="0"/>
          <a:chOff x="0" y="0"/>
          <a:chExt cx="0" cy="0"/>
        </a:xfrm>
      </p:grpSpPr>
      <p:pic>
        <p:nvPicPr>
          <p:cNvPr id="11" name="Picture 8" descr="cover-wallpaper.jpg"/>
          <p:cNvPicPr>
            <a:picLocks noChangeAspect="1"/>
          </p:cNvPicPr>
          <p:nvPr userDrawn="1"/>
        </p:nvPicPr>
        <p:blipFill>
          <a:blip r:embed="rId2" cstate="print"/>
          <a:srcRect b="13901"/>
          <a:stretch>
            <a:fillRect/>
          </a:stretch>
        </p:blipFill>
        <p:spPr bwMode="auto">
          <a:xfrm>
            <a:off x="0" y="3276600"/>
            <a:ext cx="12192000" cy="3657600"/>
          </a:xfrm>
          <a:prstGeom prst="rect">
            <a:avLst/>
          </a:prstGeom>
          <a:noFill/>
          <a:ln w="9525">
            <a:noFill/>
            <a:miter lim="800000"/>
            <a:headEnd/>
            <a:tailEnd/>
          </a:ln>
        </p:spPr>
      </p:pic>
      <p:sp>
        <p:nvSpPr>
          <p:cNvPr id="14" name="Rectangle 13"/>
          <p:cNvSpPr/>
          <p:nvPr userDrawn="1"/>
        </p:nvSpPr>
        <p:spPr>
          <a:xfrm rot="10800000">
            <a:off x="0" y="3121470"/>
            <a:ext cx="12192000" cy="3812732"/>
          </a:xfrm>
          <a:prstGeom prst="rect">
            <a:avLst/>
          </a:prstGeom>
          <a:gradFill>
            <a:gsLst>
              <a:gs pos="34000">
                <a:srgbClr val="FFFFFF">
                  <a:alpha val="50000"/>
                </a:srgbClr>
              </a:gs>
              <a:gs pos="100000">
                <a:srgbClr val="FFFFFF"/>
              </a:gs>
              <a:gs pos="4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367" tIns="45719" rIns="91367" bIns="45719" anchor="ctr"/>
          <a:lstStyle/>
          <a:p>
            <a:pPr algn="ctr">
              <a:defRPr/>
            </a:pPr>
            <a:endParaRPr lang="en-US" sz="2400" dirty="0"/>
          </a:p>
        </p:txBody>
      </p:sp>
      <p:sp>
        <p:nvSpPr>
          <p:cNvPr id="8" name="Title 1"/>
          <p:cNvSpPr txBox="1">
            <a:spLocks/>
          </p:cNvSpPr>
          <p:nvPr userDrawn="1"/>
        </p:nvSpPr>
        <p:spPr bwMode="auto">
          <a:xfrm>
            <a:off x="0" y="6651629"/>
            <a:ext cx="12192000" cy="282573"/>
          </a:xfrm>
          <a:prstGeom prst="rect">
            <a:avLst/>
          </a:prstGeom>
          <a:solidFill>
            <a:srgbClr val="4F81BD"/>
          </a:solidFill>
          <a:ln w="9525">
            <a:noFill/>
            <a:miter lim="800000"/>
            <a:headEnd/>
            <a:tailEnd/>
          </a:ln>
        </p:spPr>
        <p:txBody>
          <a:bodyPr wrap="square" lIns="107901" tIns="18000" rIns="35999" bIns="18000" anchor="b">
            <a:spAutoFit/>
          </a:bodyPr>
          <a:lstStyle/>
          <a:p>
            <a:pPr marL="0" marR="0" lvl="0" indent="0" defTabSz="913538"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mj-lt"/>
            </a:endParaRPr>
          </a:p>
        </p:txBody>
      </p:sp>
      <p:sp>
        <p:nvSpPr>
          <p:cNvPr id="7" name="Rectangle 19"/>
          <p:cNvSpPr>
            <a:spLocks noChangeArrowheads="1"/>
          </p:cNvSpPr>
          <p:nvPr/>
        </p:nvSpPr>
        <p:spPr bwMode="black">
          <a:xfrm>
            <a:off x="4995338" y="6626426"/>
            <a:ext cx="2186517" cy="318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367" tIns="45719" rIns="91367" bIns="45719">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defRPr/>
            </a:pPr>
            <a:r>
              <a:rPr lang="en-US" altLang="en-US" sz="1467" i="0" dirty="0">
                <a:solidFill>
                  <a:srgbClr val="FFFFFF"/>
                </a:solidFill>
                <a:latin typeface="IBM Plex Sans" panose="020B0503050203000203" pitchFamily="34" charset="0"/>
                <a:ea typeface="Calibri" charset="0"/>
                <a:cs typeface="Calibri" charset="0"/>
              </a:rPr>
              <a:t>IBM Confidential</a:t>
            </a:r>
          </a:p>
        </p:txBody>
      </p:sp>
      <p:sp>
        <p:nvSpPr>
          <p:cNvPr id="13318" name="Rectangle 6"/>
          <p:cNvSpPr>
            <a:spLocks noGrp="1" noChangeArrowheads="1"/>
          </p:cNvSpPr>
          <p:nvPr>
            <p:ph type="ctrTitle" hasCustomPrompt="1"/>
          </p:nvPr>
        </p:nvSpPr>
        <p:spPr>
          <a:xfrm>
            <a:off x="893813" y="1773240"/>
            <a:ext cx="10363200" cy="2133600"/>
          </a:xfrm>
          <a:ln w="9525">
            <a:noFill/>
          </a:ln>
          <a:extLst>
            <a:ext uri="{91240B29-F687-4F45-9708-019B960494DF}">
              <a14:hiddenLine xmlns:a14="http://schemas.microsoft.com/office/drawing/2010/main" w="19050" algn="ctr">
                <a:solidFill>
                  <a:srgbClr val="000099"/>
                </a:solidFill>
                <a:miter lim="800000"/>
                <a:headEnd/>
                <a:tailEnd/>
              </a14:hiddenLine>
            </a:ext>
          </a:extLst>
        </p:spPr>
        <p:txBody>
          <a:bodyPr/>
          <a:lstStyle>
            <a:lvl1pPr algn="l">
              <a:defRPr sz="3600" b="1">
                <a:solidFill>
                  <a:srgbClr val="002060"/>
                </a:solidFill>
                <a:latin typeface="IBM Plex Sans" panose="020B0503050203000203" pitchFamily="34" charset="0"/>
                <a:ea typeface="IBM Plex Sans" panose="020B0503050203000203" pitchFamily="34" charset="0"/>
                <a:cs typeface="Calibri" charset="0"/>
              </a:defRPr>
            </a:lvl1pPr>
          </a:lstStyle>
          <a:p>
            <a:pPr lvl="0"/>
            <a:r>
              <a:rPr lang="en-US" noProof="0" dirty="0"/>
              <a:t>Deck Title</a:t>
            </a:r>
          </a:p>
        </p:txBody>
      </p:sp>
      <p:sp>
        <p:nvSpPr>
          <p:cNvPr id="13319" name="Rectangle 7"/>
          <p:cNvSpPr>
            <a:spLocks noGrp="1" noChangeArrowheads="1"/>
          </p:cNvSpPr>
          <p:nvPr>
            <p:ph type="subTitle" idx="1" hasCustomPrompt="1"/>
          </p:nvPr>
        </p:nvSpPr>
        <p:spPr>
          <a:xfrm>
            <a:off x="914400" y="4061970"/>
            <a:ext cx="8534400" cy="457200"/>
          </a:xfrm>
        </p:spPr>
        <p:txBody>
          <a:bodyPr/>
          <a:lstStyle>
            <a:lvl1pPr marL="0" marR="0" indent="0" algn="l" defTabSz="914400" rtl="0" eaLnBrk="0" fontAlgn="base" latinLnBrk="0" hangingPunct="0">
              <a:lnSpc>
                <a:spcPct val="100000"/>
              </a:lnSpc>
              <a:spcBef>
                <a:spcPct val="20000"/>
              </a:spcBef>
              <a:spcAft>
                <a:spcPct val="0"/>
              </a:spcAft>
              <a:buClrTx/>
              <a:buSzTx/>
              <a:buFontTx/>
              <a:buNone/>
              <a:tabLst/>
              <a:defRPr sz="2000" b="1">
                <a:solidFill>
                  <a:srgbClr val="777777"/>
                </a:solidFill>
                <a:latin typeface="IBM Plex Sans" panose="020B0503050203000203" pitchFamily="34" charset="0"/>
                <a:ea typeface="IBM Plex Sans" panose="020B0503050203000203" pitchFamily="34" charset="0"/>
                <a:cs typeface="Calibri" charset="0"/>
              </a:defRPr>
            </a:lvl1pPr>
          </a:lstStyle>
          <a:p>
            <a:pPr marL="0" marR="0" lvl="0" indent="0" algn="l" defTabSz="914400" rtl="0" eaLnBrk="0" fontAlgn="base" latinLnBrk="0" hangingPunct="0">
              <a:lnSpc>
                <a:spcPct val="100000"/>
              </a:lnSpc>
              <a:spcBef>
                <a:spcPct val="20000"/>
              </a:spcBef>
              <a:spcAft>
                <a:spcPct val="0"/>
              </a:spcAft>
              <a:buClrTx/>
              <a:buSzTx/>
              <a:buFontTx/>
              <a:buNone/>
              <a:tabLst/>
              <a:defRPr/>
            </a:pPr>
            <a:r>
              <a:rPr lang="en-US" dirty="0"/>
              <a:t>Date</a:t>
            </a:r>
          </a:p>
          <a:p>
            <a:pPr lvl="0"/>
            <a:endParaRPr lang="en-US" noProof="0" dirty="0"/>
          </a:p>
        </p:txBody>
      </p:sp>
      <p:sp>
        <p:nvSpPr>
          <p:cNvPr id="9" name="Title 1"/>
          <p:cNvSpPr txBox="1">
            <a:spLocks/>
          </p:cNvSpPr>
          <p:nvPr userDrawn="1"/>
        </p:nvSpPr>
        <p:spPr bwMode="auto">
          <a:xfrm>
            <a:off x="0" y="163193"/>
            <a:ext cx="11074400" cy="282573"/>
          </a:xfrm>
          <a:prstGeom prst="rect">
            <a:avLst/>
          </a:prstGeom>
          <a:solidFill>
            <a:srgbClr val="4F81BD"/>
          </a:solidFill>
          <a:ln w="9525">
            <a:noFill/>
            <a:miter lim="800000"/>
            <a:headEnd/>
            <a:tailEnd/>
          </a:ln>
        </p:spPr>
        <p:txBody>
          <a:bodyPr wrap="square" lIns="107901" tIns="18000" rIns="35999" bIns="18000" anchor="b">
            <a:spAutoFit/>
          </a:bodyPr>
          <a:lstStyle/>
          <a:p>
            <a:pPr marL="0" marR="0" lvl="0" indent="0" defTabSz="913538"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IBM Plex Sans" panose="020B0503050203000203" pitchFamily="34" charset="0"/>
                <a:ea typeface="Calibri" charset="0"/>
                <a:cs typeface="Calibri" charset="0"/>
              </a:rPr>
              <a:t>IBM </a:t>
            </a:r>
            <a:r>
              <a:rPr kumimoji="0" lang="en-US" sz="1600" b="0" i="0" u="none" strike="noStrike" kern="0" cap="none" spc="0" normalizeH="0" baseline="0" noProof="0" dirty="0">
                <a:ln>
                  <a:noFill/>
                </a:ln>
                <a:solidFill>
                  <a:prstClr val="white"/>
                </a:solidFill>
                <a:effectLst/>
                <a:uLnTx/>
                <a:uFillTx/>
                <a:latin typeface="IBM Plex Sans" panose="020B0503050203000203" pitchFamily="34" charset="0"/>
                <a:ea typeface="Calibri" charset="0"/>
                <a:cs typeface="Calibri" charset="0"/>
              </a:rPr>
              <a:t>Infrastructure</a:t>
            </a:r>
          </a:p>
        </p:txBody>
      </p:sp>
      <p:pic>
        <p:nvPicPr>
          <p:cNvPr id="10" name="Picture 46" descr="blue-tri-color-logo"/>
          <p:cNvPicPr>
            <a:picLocks noChangeAspect="1" noChangeArrowheads="1"/>
          </p:cNvPicPr>
          <p:nvPr userDrawn="1"/>
        </p:nvPicPr>
        <p:blipFill>
          <a:blip r:embed="rId3" cstate="print"/>
          <a:srcRect/>
          <a:stretch>
            <a:fillRect/>
          </a:stretch>
        </p:blipFill>
        <p:spPr bwMode="auto">
          <a:xfrm>
            <a:off x="11257013" y="172541"/>
            <a:ext cx="630239" cy="255588"/>
          </a:xfrm>
          <a:prstGeom prst="rect">
            <a:avLst/>
          </a:prstGeom>
          <a:noFill/>
          <a:ln w="9525">
            <a:noFill/>
            <a:miter lim="800000"/>
            <a:headEnd/>
            <a:tailEnd/>
          </a:ln>
        </p:spPr>
      </p:pic>
    </p:spTree>
    <p:extLst>
      <p:ext uri="{BB962C8B-B14F-4D97-AF65-F5344CB8AC3E}">
        <p14:creationId xmlns:p14="http://schemas.microsoft.com/office/powerpoint/2010/main" val="3350469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D27832-28FD-20E7-CF3C-E8D3CE99CF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06CF35-172B-00C8-1E16-3BC84E133B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C87002-5381-95AA-AE70-A131B07CC3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C904FBA-BDB5-4CD1-A230-C6E3A51930CC}" type="datetimeFigureOut">
              <a:rPr lang="en-US" smtClean="0"/>
              <a:t>12/18/2025</a:t>
            </a:fld>
            <a:endParaRPr lang="en-US"/>
          </a:p>
        </p:txBody>
      </p:sp>
      <p:sp>
        <p:nvSpPr>
          <p:cNvPr id="5" name="Footer Placeholder 4">
            <a:extLst>
              <a:ext uri="{FF2B5EF4-FFF2-40B4-BE49-F238E27FC236}">
                <a16:creationId xmlns:a16="http://schemas.microsoft.com/office/drawing/2014/main" id="{7A2B7E80-1209-5FAB-BF8B-840D63CDE0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E4BAED-1C73-F06B-7B1A-2BF437007C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2A1456-CD6D-493B-ABB2-7F4963425A29}" type="slidenum">
              <a:rPr lang="en-US" smtClean="0"/>
              <a:t>‹#›</a:t>
            </a:fld>
            <a:endParaRPr lang="en-US"/>
          </a:p>
        </p:txBody>
      </p:sp>
    </p:spTree>
    <p:extLst>
      <p:ext uri="{BB962C8B-B14F-4D97-AF65-F5344CB8AC3E}">
        <p14:creationId xmlns:p14="http://schemas.microsoft.com/office/powerpoint/2010/main" val="2223943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ibm.biz/HW-Load" TargetMode="External"/><Relationship Id="rId2" Type="http://schemas.openxmlformats.org/officeDocument/2006/relationships/hyperlink" Target="https://production.epm-web-platform.dal.app.cirrus.ibm.com/ap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FB7A37-CE6C-483F-B7AD-14B735A85500}"/>
              </a:ext>
            </a:extLst>
          </p:cNvPr>
          <p:cNvSpPr>
            <a:spLocks noGrp="1"/>
          </p:cNvSpPr>
          <p:nvPr>
            <p:ph type="sldNum" sz="quarter" idx="4294967295"/>
          </p:nvPr>
        </p:nvSpPr>
        <p:spPr>
          <a:xfrm>
            <a:off x="11109325" y="0"/>
            <a:ext cx="1082675" cy="188913"/>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a:ea typeface="+mn-ea"/>
                <a:cs typeface="Arial"/>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Arial"/>
            </a:endParaRPr>
          </a:p>
        </p:txBody>
      </p:sp>
      <p:sp>
        <p:nvSpPr>
          <p:cNvPr id="3" name="TextBox 2">
            <a:extLst>
              <a:ext uri="{FF2B5EF4-FFF2-40B4-BE49-F238E27FC236}">
                <a16:creationId xmlns:a16="http://schemas.microsoft.com/office/drawing/2014/main" id="{22747FAF-2D64-6B5A-FCFA-DDF2A2CE14B7}"/>
              </a:ext>
            </a:extLst>
          </p:cNvPr>
          <p:cNvSpPr txBox="1"/>
          <p:nvPr/>
        </p:nvSpPr>
        <p:spPr>
          <a:xfrm>
            <a:off x="558800" y="5909733"/>
            <a:ext cx="3293533" cy="369332"/>
          </a:xfrm>
          <a:prstGeom prst="rect">
            <a:avLst/>
          </a:prstGeom>
          <a:noFill/>
        </p:spPr>
        <p:txBody>
          <a:bodyPr wrap="square" rtlCol="0">
            <a:spAutoFit/>
          </a:bodyPr>
          <a:lstStyle/>
          <a:p>
            <a:r>
              <a:rPr lang="en-US" dirty="0"/>
              <a:t>Load education series 2025</a:t>
            </a:r>
          </a:p>
        </p:txBody>
      </p:sp>
      <p:sp>
        <p:nvSpPr>
          <p:cNvPr id="6" name="TextBox 5">
            <a:extLst>
              <a:ext uri="{FF2B5EF4-FFF2-40B4-BE49-F238E27FC236}">
                <a16:creationId xmlns:a16="http://schemas.microsoft.com/office/drawing/2014/main" id="{66211263-D16B-C2E8-7772-20E8AB0E401A}"/>
              </a:ext>
            </a:extLst>
          </p:cNvPr>
          <p:cNvSpPr txBox="1"/>
          <p:nvPr/>
        </p:nvSpPr>
        <p:spPr>
          <a:xfrm>
            <a:off x="1837267" y="2641600"/>
            <a:ext cx="8517466" cy="707886"/>
          </a:xfrm>
          <a:prstGeom prst="rect">
            <a:avLst/>
          </a:prstGeom>
          <a:noFill/>
        </p:spPr>
        <p:txBody>
          <a:bodyPr wrap="square" rtlCol="0">
            <a:spAutoFit/>
          </a:bodyPr>
          <a:lstStyle/>
          <a:p>
            <a:pPr algn="ctr"/>
            <a:r>
              <a:rPr lang="en-US" sz="4000" b="1" dirty="0"/>
              <a:t>Load Hints &amp; Tips</a:t>
            </a:r>
          </a:p>
        </p:txBody>
      </p:sp>
    </p:spTree>
    <p:extLst>
      <p:ext uri="{BB962C8B-B14F-4D97-AF65-F5344CB8AC3E}">
        <p14:creationId xmlns:p14="http://schemas.microsoft.com/office/powerpoint/2010/main" val="2134433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43E8D12C-94BC-D413-F6DF-199B2FF754B4}"/>
              </a:ext>
            </a:extLst>
          </p:cNvPr>
          <p:cNvSpPr txBox="1"/>
          <p:nvPr/>
        </p:nvSpPr>
        <p:spPr>
          <a:xfrm>
            <a:off x="364067" y="148908"/>
            <a:ext cx="3950933" cy="369332"/>
          </a:xfrm>
          <a:prstGeom prst="rect">
            <a:avLst/>
          </a:prstGeom>
          <a:noFill/>
        </p:spPr>
        <p:txBody>
          <a:bodyPr wrap="square" rtlCol="0">
            <a:spAutoFit/>
          </a:bodyPr>
          <a:lstStyle/>
          <a:p>
            <a:r>
              <a:rPr lang="en-US" b="1" dirty="0"/>
              <a:t>                </a:t>
            </a:r>
            <a:r>
              <a:rPr lang="en-US" b="1" u="sng" dirty="0"/>
              <a:t>Load Hints &amp; Tips</a:t>
            </a:r>
            <a:endParaRPr lang="en-US" sz="1200" dirty="0"/>
          </a:p>
        </p:txBody>
      </p:sp>
      <p:pic>
        <p:nvPicPr>
          <p:cNvPr id="23" name="Picture 22">
            <a:extLst>
              <a:ext uri="{FF2B5EF4-FFF2-40B4-BE49-F238E27FC236}">
                <a16:creationId xmlns:a16="http://schemas.microsoft.com/office/drawing/2014/main" id="{64D009B2-53D0-DF3E-D6DA-8A0C2F07F8EF}"/>
              </a:ext>
            </a:extLst>
          </p:cNvPr>
          <p:cNvPicPr>
            <a:picLocks noChangeAspect="1"/>
          </p:cNvPicPr>
          <p:nvPr/>
        </p:nvPicPr>
        <p:blipFill>
          <a:blip r:embed="rId2"/>
          <a:stretch>
            <a:fillRect/>
          </a:stretch>
        </p:blipFill>
        <p:spPr>
          <a:xfrm>
            <a:off x="211667" y="52126"/>
            <a:ext cx="640241" cy="629436"/>
          </a:xfrm>
          <a:prstGeom prst="rect">
            <a:avLst/>
          </a:prstGeom>
        </p:spPr>
      </p:pic>
      <p:sp>
        <p:nvSpPr>
          <p:cNvPr id="9" name="TextBox 8">
            <a:extLst>
              <a:ext uri="{FF2B5EF4-FFF2-40B4-BE49-F238E27FC236}">
                <a16:creationId xmlns:a16="http://schemas.microsoft.com/office/drawing/2014/main" id="{E761E2D2-2330-6F55-5F74-182C2AAB9297}"/>
              </a:ext>
            </a:extLst>
          </p:cNvPr>
          <p:cNvSpPr txBox="1"/>
          <p:nvPr/>
        </p:nvSpPr>
        <p:spPr>
          <a:xfrm>
            <a:off x="364067" y="615022"/>
            <a:ext cx="11345333" cy="5693866"/>
          </a:xfrm>
          <a:prstGeom prst="rect">
            <a:avLst/>
          </a:prstGeom>
          <a:noFill/>
        </p:spPr>
        <p:txBody>
          <a:bodyPr wrap="square">
            <a:spAutoFit/>
          </a:bodyPr>
          <a:lstStyle/>
          <a:p>
            <a:r>
              <a:rPr lang="en-US" sz="1400" dirty="0">
                <a:latin typeface="+mj-lt"/>
              </a:rPr>
              <a:t>	We are receiving a lot of questions from our users which can be analyzed by user’s itself with some Load knowledge. Here are some tips what to check for most frequent questions.</a:t>
            </a:r>
          </a:p>
          <a:p>
            <a:endParaRPr lang="en-US" sz="1400" dirty="0">
              <a:latin typeface="+mj-lt"/>
            </a:endParaRPr>
          </a:p>
          <a:p>
            <a:pPr marL="285750" indent="-285750">
              <a:buFont typeface="Arial" panose="020B0604020202020204" pitchFamily="34" charset="0"/>
              <a:buChar char="•"/>
            </a:pPr>
            <a:r>
              <a:rPr lang="en-GB" sz="1400" b="1" dirty="0">
                <a:latin typeface="+mj-lt"/>
              </a:rPr>
              <a:t>Why are my orders missing in Load report?</a:t>
            </a:r>
            <a:br>
              <a:rPr lang="en-GB" sz="1400" b="1" dirty="0"/>
            </a:br>
            <a:r>
              <a:rPr lang="en-GB" sz="1400" b="1" dirty="0"/>
              <a:t>     </a:t>
            </a:r>
            <a:r>
              <a:rPr lang="en-GB" sz="1400" dirty="0"/>
              <a:t>Possible reason: -&gt; </a:t>
            </a:r>
            <a:r>
              <a:rPr lang="en-GB" sz="1400" u="sng" dirty="0"/>
              <a:t>Order is not Infrastructure revenue generating </a:t>
            </a:r>
            <a:br>
              <a:rPr lang="en-GB" sz="1400" dirty="0"/>
            </a:br>
            <a:r>
              <a:rPr lang="en-GB" sz="1400" dirty="0"/>
              <a:t>	Could be used order (column USED_FLG = ‘Y’), internal (FOP_CD = ‘I’), demo (DEMO_FLG = ‘Y’), gratis ‘free’ order (GRATIS_FLG = ‘Y’)</a:t>
            </a:r>
            <a:br>
              <a:rPr lang="en-GB" sz="1400" dirty="0"/>
            </a:br>
            <a:r>
              <a:rPr lang="en-GB" sz="1400" dirty="0"/>
              <a:t>	                  -&gt; </a:t>
            </a:r>
            <a:r>
              <a:rPr lang="en-GB" sz="1400" u="sng" dirty="0"/>
              <a:t>Product ID for the order is new </a:t>
            </a:r>
            <a:r>
              <a:rPr lang="en-GB" sz="1400" dirty="0"/>
              <a:t>and need to be defined in Load . Once they are loaded into Load. For new products </a:t>
            </a:r>
            <a:br>
              <a:rPr lang="en-GB" sz="1400" dirty="0"/>
            </a:br>
            <a:r>
              <a:rPr lang="en-GB" sz="1400" dirty="0"/>
              <a:t>      indicators for fields 'Prod Rev Flag' and 'Prod UOM Flag’ need to be loaded as “Y”. Sometimes also  existing products are missing when </a:t>
            </a:r>
            <a:br>
              <a:rPr lang="en-GB" sz="1400" dirty="0"/>
            </a:br>
            <a:r>
              <a:rPr lang="en-GB" sz="1400" dirty="0"/>
              <a:t>      PROD_ORD_CD = “OTH”  and for such products indicators for fields 'Prod Rev Flag' and 'Prod UOM Flag’ also needs to be loaded as “Y”. </a:t>
            </a:r>
          </a:p>
          <a:p>
            <a:r>
              <a:rPr lang="en-US" sz="1200" i="1" dirty="0"/>
              <a:t>More details in education ppt: </a:t>
            </a:r>
            <a:r>
              <a:rPr lang="en-GB" sz="1200" i="1" dirty="0"/>
              <a:t>Load Education - Load Flag N.pptx </a:t>
            </a:r>
          </a:p>
          <a:p>
            <a:endParaRPr lang="en-US" sz="1200" dirty="0">
              <a:latin typeface="+mj-lt"/>
            </a:endParaRPr>
          </a:p>
          <a:p>
            <a:pPr marL="285750" indent="-285750">
              <a:buFont typeface="Arial" panose="020B0604020202020204" pitchFamily="34" charset="0"/>
              <a:buChar char="•"/>
            </a:pPr>
            <a:r>
              <a:rPr lang="en-GB" sz="1400" b="1" dirty="0">
                <a:latin typeface="+mj-lt"/>
              </a:rPr>
              <a:t>Why the valuation for FIRM order is different than iERP value?</a:t>
            </a:r>
            <a:br>
              <a:rPr lang="en-GB" sz="1400" b="1" dirty="0">
                <a:latin typeface="+mj-lt"/>
              </a:rPr>
            </a:br>
            <a:r>
              <a:rPr lang="en-GB" sz="1400" b="1" dirty="0">
                <a:latin typeface="+mj-lt"/>
              </a:rPr>
              <a:t>     </a:t>
            </a:r>
            <a:r>
              <a:rPr lang="en-US" sz="1400" dirty="0"/>
              <a:t>Usually this is for orders where Carve-out is applied. You can check column REV_METH_CD. If there is ‘NP’, then check CARVE_OUT_AMT.    </a:t>
            </a:r>
            <a:br>
              <a:rPr lang="en-US" sz="1400" dirty="0"/>
            </a:br>
            <a:r>
              <a:rPr lang="en-US" sz="1400" dirty="0"/>
              <a:t>     Load value is then NET_REV_AMT – CARVE_OUT_AMT</a:t>
            </a:r>
          </a:p>
          <a:p>
            <a:r>
              <a:rPr lang="en-US" sz="1200" i="1" dirty="0"/>
              <a:t>More details about logic behind valuation of unfim orders in education ppt: </a:t>
            </a:r>
            <a:r>
              <a:rPr lang="en-GB" sz="1200" i="1" dirty="0"/>
              <a:t>Load Education - Load Valuation.pptx</a:t>
            </a:r>
            <a:endParaRPr lang="en-US" sz="1200" i="1" dirty="0"/>
          </a:p>
          <a:p>
            <a:endParaRPr lang="en-US" sz="1200" dirty="0">
              <a:latin typeface="+mj-lt"/>
            </a:endParaRPr>
          </a:p>
          <a:p>
            <a:endParaRPr lang="en-US" sz="1200" dirty="0">
              <a:latin typeface="+mj-lt"/>
            </a:endParaRPr>
          </a:p>
          <a:p>
            <a:pPr marL="285750" indent="-285750">
              <a:buFont typeface="Arial" panose="020B0604020202020204" pitchFamily="34" charset="0"/>
              <a:buChar char="•"/>
            </a:pPr>
            <a:r>
              <a:rPr lang="en-GB" sz="1400" b="1" dirty="0">
                <a:latin typeface="+mj-lt"/>
              </a:rPr>
              <a:t>Why the valuation of UNFIRM orders is different from the expectation? </a:t>
            </a:r>
          </a:p>
          <a:p>
            <a:pPr lvl="1"/>
            <a:r>
              <a:rPr lang="en-GB" sz="1400" dirty="0">
                <a:latin typeface="+mj-lt"/>
              </a:rPr>
              <a:t>If the value of unfirm order is different from your expectation, you can check what logic has been used to calculate it – column UOM_OVRD_LVL_CD.</a:t>
            </a:r>
            <a:br>
              <a:rPr lang="en-GB" sz="1400" dirty="0">
                <a:latin typeface="+mj-lt"/>
              </a:rPr>
            </a:br>
            <a:r>
              <a:rPr lang="en-GB" sz="1400" dirty="0"/>
              <a:t>O (Override) – manually overridden price which has precedence above all other methods, </a:t>
            </a:r>
            <a:br>
              <a:rPr lang="en-GB" sz="1400" dirty="0"/>
            </a:br>
            <a:r>
              <a:rPr lang="en-US" sz="1400" dirty="0"/>
              <a:t>F(Family), T(Type), M(Model) – original discount used when product is announced &amp; set in Load, </a:t>
            </a:r>
            <a:br>
              <a:rPr lang="en-US" sz="1400" dirty="0"/>
            </a:br>
            <a:r>
              <a:rPr lang="en-GB" sz="1400" dirty="0">
                <a:latin typeface="+mj-lt"/>
              </a:rPr>
              <a:t>Q (historical discount, </a:t>
            </a:r>
            <a:r>
              <a:rPr lang="en-GB" sz="1400" dirty="0"/>
              <a:t>specific on machine type &amp; country combination based on actual firmed shipped deals from last 3 years</a:t>
            </a:r>
            <a:r>
              <a:rPr lang="en-GB" sz="1400" dirty="0">
                <a:latin typeface="+mj-lt"/>
              </a:rPr>
              <a:t>)  </a:t>
            </a:r>
            <a:br>
              <a:rPr lang="en-GB" sz="1400" dirty="0">
                <a:latin typeface="+mj-lt"/>
              </a:rPr>
            </a:br>
            <a:r>
              <a:rPr lang="en-GB" sz="1400" dirty="0">
                <a:latin typeface="+mj-lt"/>
              </a:rPr>
              <a:t>For discounts, valuation is calculated from List price (LV_AMT). If List price seem to be incorrect Q2C needs to be contacted. </a:t>
            </a:r>
          </a:p>
          <a:p>
            <a:r>
              <a:rPr lang="en-US" sz="1200" i="1" dirty="0">
                <a:latin typeface="+mj-lt"/>
              </a:rPr>
              <a:t>More details about logic behind valuation of unfim orders in education ppt: </a:t>
            </a:r>
            <a:r>
              <a:rPr lang="en-GB" sz="1200" i="1" dirty="0">
                <a:latin typeface="+mj-lt"/>
              </a:rPr>
              <a:t>Load Education - Load Valuation.pptx</a:t>
            </a:r>
            <a:endParaRPr lang="en-US" sz="1200" i="1" dirty="0">
              <a:latin typeface="+mj-lt"/>
            </a:endParaRPr>
          </a:p>
          <a:p>
            <a:endParaRPr lang="en-US" sz="1200" dirty="0">
              <a:latin typeface="+mj-lt"/>
            </a:endParaRPr>
          </a:p>
          <a:p>
            <a:endParaRPr lang="en-US" sz="1400" dirty="0">
              <a:latin typeface="+mj-lt"/>
            </a:endParaRPr>
          </a:p>
        </p:txBody>
      </p:sp>
    </p:spTree>
    <p:extLst>
      <p:ext uri="{BB962C8B-B14F-4D97-AF65-F5344CB8AC3E}">
        <p14:creationId xmlns:p14="http://schemas.microsoft.com/office/powerpoint/2010/main" val="3837281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B1DAF3-33AA-687A-0AE2-3C14294676A4}"/>
              </a:ext>
            </a:extLst>
          </p:cNvPr>
          <p:cNvSpPr txBox="1"/>
          <p:nvPr/>
        </p:nvSpPr>
        <p:spPr>
          <a:xfrm>
            <a:off x="423333" y="1040826"/>
            <a:ext cx="11345334" cy="3447098"/>
          </a:xfrm>
          <a:prstGeom prst="rect">
            <a:avLst/>
          </a:prstGeom>
          <a:noFill/>
        </p:spPr>
        <p:txBody>
          <a:bodyPr wrap="square">
            <a:spAutoFit/>
          </a:bodyPr>
          <a:lstStyle/>
          <a:p>
            <a:pPr marL="285750" indent="-285750">
              <a:buFont typeface="Arial" panose="020B0604020202020204" pitchFamily="34" charset="0"/>
              <a:buChar char="•"/>
            </a:pPr>
            <a:r>
              <a:rPr lang="sk-SK" sz="1400" b="1" dirty="0"/>
              <a:t>Wh</a:t>
            </a:r>
            <a:r>
              <a:rPr lang="en-US" sz="1400" b="1" dirty="0"/>
              <a:t>y I didn’t receive final quarterly load report? </a:t>
            </a:r>
          </a:p>
          <a:p>
            <a:pPr lvl="1"/>
            <a:r>
              <a:rPr lang="en-US" sz="1400" dirty="0"/>
              <a:t>Final load is under blackout so only those users who have blackout DB2 access will receive final quarterly report. </a:t>
            </a:r>
          </a:p>
          <a:p>
            <a:r>
              <a:rPr lang="en-US" sz="1200" i="1" dirty="0"/>
              <a:t>More details about how to get load access in education ppt: </a:t>
            </a:r>
            <a:r>
              <a:rPr lang="en-GB" sz="1200" i="1" dirty="0"/>
              <a:t>Load Education - CPGARS deals.pptx</a:t>
            </a:r>
            <a:endParaRPr lang="en-US" sz="1200" i="1" dirty="0"/>
          </a:p>
          <a:p>
            <a:pPr lvl="1"/>
            <a:endParaRPr lang="en-US" sz="1400" i="1" dirty="0"/>
          </a:p>
          <a:p>
            <a:pPr marL="285750" indent="-285750">
              <a:buFont typeface="Arial" panose="020B0604020202020204" pitchFamily="34" charset="0"/>
              <a:buChar char="•"/>
            </a:pPr>
            <a:r>
              <a:rPr lang="en-US" sz="1400" b="1" dirty="0"/>
              <a:t>Is data in EPM already updated for today? </a:t>
            </a:r>
          </a:p>
          <a:p>
            <a:pPr lvl="1"/>
            <a:r>
              <a:rPr lang="en-US" sz="1400" dirty="0"/>
              <a:t>This can be checked on EPM status page </a:t>
            </a:r>
            <a:r>
              <a:rPr lang="en-US" sz="1400" dirty="0">
                <a:hlinkClick r:id="rId2"/>
              </a:rPr>
              <a:t>https://production.epm-web-platform.dal.app.cirrus.ibm.com/app/</a:t>
            </a:r>
            <a:r>
              <a:rPr lang="en-US" sz="1400" dirty="0"/>
              <a:t>... In search box put ‘HWL’</a:t>
            </a:r>
          </a:p>
          <a:p>
            <a:r>
              <a:rPr lang="en-US" sz="1200" i="1" dirty="0"/>
              <a:t>More details in education ppt: </a:t>
            </a:r>
            <a:r>
              <a:rPr lang="en-GB" sz="1200" i="1" dirty="0"/>
              <a:t>Load Education - Load in EPM.pptx </a:t>
            </a:r>
          </a:p>
          <a:p>
            <a:pPr lvl="1"/>
            <a:endParaRPr lang="en-US" sz="1400" dirty="0"/>
          </a:p>
          <a:p>
            <a:pPr marL="285750" indent="-285750">
              <a:buFont typeface="Arial" panose="020B0604020202020204" pitchFamily="34" charset="0"/>
              <a:buChar char="•"/>
            </a:pPr>
            <a:r>
              <a:rPr lang="en-US" sz="1400" b="1" dirty="0"/>
              <a:t>Is there official EPM Load report? </a:t>
            </a:r>
            <a:br>
              <a:rPr lang="en-US" sz="1400" b="1" dirty="0"/>
            </a:br>
            <a:r>
              <a:rPr lang="en-US" sz="1400" u="sng" dirty="0">
                <a:hlinkClick r:id="rId3"/>
              </a:rPr>
              <a:t>https://ibm.biz/HW-Load</a:t>
            </a:r>
            <a:r>
              <a:rPr lang="en-US" sz="1400" u="sng" dirty="0"/>
              <a:t> </a:t>
            </a:r>
            <a:r>
              <a:rPr lang="en-US" sz="1400" dirty="0"/>
              <a:t>!Be careful, any updates to the report are stored in this short URL, if you save the link as bookmark, the original EPM link is saved. It might happen that the report is updated afterwards, so always use this short URL.</a:t>
            </a:r>
          </a:p>
          <a:p>
            <a:r>
              <a:rPr lang="en-US" sz="1200" i="1" dirty="0"/>
              <a:t>More details in education ppt: </a:t>
            </a:r>
            <a:r>
              <a:rPr lang="en-GB" sz="1200" i="1" dirty="0"/>
              <a:t>Load Education - Load in EPM.pptx </a:t>
            </a:r>
          </a:p>
          <a:p>
            <a:pPr lvl="1"/>
            <a:r>
              <a:rPr lang="en-US" sz="1400" dirty="0"/>
              <a:t> </a:t>
            </a:r>
            <a:endParaRPr lang="en-US" sz="1400" i="1" dirty="0"/>
          </a:p>
          <a:p>
            <a:pPr marL="285750" indent="-285750">
              <a:buFont typeface="Arial" panose="020B0604020202020204" pitchFamily="34" charset="0"/>
              <a:buChar char="•"/>
            </a:pPr>
            <a:r>
              <a:rPr lang="en-US" sz="1400" b="1" dirty="0"/>
              <a:t>Who can I contact for Load related issues? </a:t>
            </a:r>
          </a:p>
          <a:p>
            <a:pPr lvl="1"/>
            <a:r>
              <a:rPr lang="en-US" sz="1400" dirty="0"/>
              <a:t>Geo focals can be found on Load w3publisher </a:t>
            </a:r>
            <a:r>
              <a:rPr lang="en-US" sz="1400" dirty="0">
                <a:solidFill>
                  <a:srgbClr val="FF0000"/>
                </a:solidFill>
              </a:rPr>
              <a:t>https://w3.ibm.com/w3publisher/ww-load-end-user-community/focals/geo-focal-points</a:t>
            </a:r>
            <a:endParaRPr lang="en-GB" sz="1200" i="1" dirty="0">
              <a:solidFill>
                <a:srgbClr val="FF0000"/>
              </a:solidFill>
            </a:endParaRPr>
          </a:p>
          <a:p>
            <a:pPr lvl="1"/>
            <a:endParaRPr lang="en-GB" sz="1400" i="1" dirty="0"/>
          </a:p>
        </p:txBody>
      </p:sp>
    </p:spTree>
    <p:extLst>
      <p:ext uri="{BB962C8B-B14F-4D97-AF65-F5344CB8AC3E}">
        <p14:creationId xmlns:p14="http://schemas.microsoft.com/office/powerpoint/2010/main" val="41857433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67033</TotalTime>
  <Words>684</Words>
  <Application>Microsoft Office PowerPoint</Application>
  <PresentationFormat>Widescreen</PresentationFormat>
  <Paragraphs>29</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IBM Plex Sans</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Magdalena Sabotova</dc:creator>
  <cp:lastModifiedBy>Magdalena Sabotova</cp:lastModifiedBy>
  <cp:revision>41</cp:revision>
  <dcterms:created xsi:type="dcterms:W3CDTF">2025-08-13T10:38:18Z</dcterms:created>
  <dcterms:modified xsi:type="dcterms:W3CDTF">2025-12-22T16:02:44Z</dcterms:modified>
</cp:coreProperties>
</file>